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1497D4-1B06-406C-A1C1-61809570D07E}" v="16" dt="2024-10-31T19:30:19.002"/>
    <p1510:client id="{46E3F95F-C5C9-33DC-90D0-0FF72E665FD5}" v="331" dt="2024-10-31T17:26:53.620"/>
    <p1510:client id="{8AE34246-328A-452C-AAFB-C83E38F31C61}" v="2" dt="2024-10-31T18:20:46.422"/>
    <p1510:client id="{8D3E1017-E78E-4DFC-873A-FD44BB56A772}" v="4" dt="2024-10-31T23:00:44.646"/>
    <p1510:client id="{C1808644-DC00-42BB-A4C7-F585B061BE4F}" v="18" dt="2024-10-31T22:58:11.849"/>
    <p1510:client id="{D554EBF0-103D-5E45-BA0B-5FE43E7DEC2E}" v="66" dt="2024-11-01T12:20:36.277"/>
    <p1510:client id="{E27AFB31-57FD-4B2E-9D18-A22636D49492}" v="19" dt="2024-10-31T18:08:38.387"/>
    <p1510:client id="{FFFA81F3-A1E0-6CCB-FD25-914A21487DBE}" v="1" dt="2024-11-01T03:32:58.5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285C49B-405B-420A-AC8A-1B5C979F4B33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0DF79FD-2051-4531-9294-A368D86A7CB8}">
      <dgm:prSet/>
      <dgm:spPr/>
      <dgm:t>
        <a:bodyPr/>
        <a:lstStyle/>
        <a:p>
          <a:r>
            <a:rPr lang="en-US"/>
            <a:t>Andres C0931978</a:t>
          </a:r>
        </a:p>
      </dgm:t>
    </dgm:pt>
    <dgm:pt modelId="{0FF05A42-3DD6-4249-A53D-0CFC7941A843}" type="parTrans" cxnId="{CE031136-30BA-4A7D-95E4-AB0B5535F137}">
      <dgm:prSet/>
      <dgm:spPr/>
      <dgm:t>
        <a:bodyPr/>
        <a:lstStyle/>
        <a:p>
          <a:endParaRPr lang="en-US"/>
        </a:p>
      </dgm:t>
    </dgm:pt>
    <dgm:pt modelId="{8D3E6210-3EBA-4C20-BA21-C356C844D40D}" type="sibTrans" cxnId="{CE031136-30BA-4A7D-95E4-AB0B5535F137}">
      <dgm:prSet/>
      <dgm:spPr/>
      <dgm:t>
        <a:bodyPr/>
        <a:lstStyle/>
        <a:p>
          <a:endParaRPr lang="en-US"/>
        </a:p>
      </dgm:t>
    </dgm:pt>
    <dgm:pt modelId="{D599C7FD-45A6-49EC-A060-B413C49C94AE}">
      <dgm:prSet/>
      <dgm:spPr/>
      <dgm:t>
        <a:bodyPr/>
        <a:lstStyle/>
        <a:p>
          <a:r>
            <a:rPr lang="en-US"/>
            <a:t>Johan C0931102 </a:t>
          </a:r>
        </a:p>
      </dgm:t>
    </dgm:pt>
    <dgm:pt modelId="{BC2A9964-0A00-4516-9372-7AE3572E5DA6}" type="parTrans" cxnId="{9EAA5C2F-C39A-41CA-B7B7-4E51E8B61949}">
      <dgm:prSet/>
      <dgm:spPr/>
      <dgm:t>
        <a:bodyPr/>
        <a:lstStyle/>
        <a:p>
          <a:endParaRPr lang="en-US"/>
        </a:p>
      </dgm:t>
    </dgm:pt>
    <dgm:pt modelId="{85C54496-7323-4D72-82D9-5CC9576C3128}" type="sibTrans" cxnId="{9EAA5C2F-C39A-41CA-B7B7-4E51E8B61949}">
      <dgm:prSet/>
      <dgm:spPr/>
      <dgm:t>
        <a:bodyPr/>
        <a:lstStyle/>
        <a:p>
          <a:endParaRPr lang="en-US"/>
        </a:p>
      </dgm:t>
    </dgm:pt>
    <dgm:pt modelId="{D29A49C6-9CAF-4D16-8CD3-2EA084C27BF4}">
      <dgm:prSet/>
      <dgm:spPr/>
      <dgm:t>
        <a:bodyPr/>
        <a:lstStyle/>
        <a:p>
          <a:r>
            <a:rPr lang="en-US"/>
            <a:t>Amandeep C0937432 </a:t>
          </a:r>
        </a:p>
      </dgm:t>
    </dgm:pt>
    <dgm:pt modelId="{A7D29B82-D0A1-4B42-9309-DB3FF1F4CA59}" type="parTrans" cxnId="{AB618C8C-AE1C-46F9-85B0-9FA65AE37CC8}">
      <dgm:prSet/>
      <dgm:spPr/>
      <dgm:t>
        <a:bodyPr/>
        <a:lstStyle/>
        <a:p>
          <a:endParaRPr lang="en-US"/>
        </a:p>
      </dgm:t>
    </dgm:pt>
    <dgm:pt modelId="{207F9AF4-3F73-46C0-89B1-01DF15E4478B}" type="sibTrans" cxnId="{AB618C8C-AE1C-46F9-85B0-9FA65AE37CC8}">
      <dgm:prSet/>
      <dgm:spPr/>
      <dgm:t>
        <a:bodyPr/>
        <a:lstStyle/>
        <a:p>
          <a:endParaRPr lang="en-US"/>
        </a:p>
      </dgm:t>
    </dgm:pt>
    <dgm:pt modelId="{2C1C8059-432E-4900-8B4B-41A6C242BD75}">
      <dgm:prSet/>
      <dgm:spPr/>
      <dgm:t>
        <a:bodyPr/>
        <a:lstStyle/>
        <a:p>
          <a:r>
            <a:rPr lang="en-US"/>
            <a:t>Amita C0935607</a:t>
          </a:r>
        </a:p>
      </dgm:t>
    </dgm:pt>
    <dgm:pt modelId="{EBEAADE4-1E2D-4372-BCB6-0720B2CAA19D}" type="parTrans" cxnId="{34831FFF-26A9-44FD-8D41-F4862927E4E3}">
      <dgm:prSet/>
      <dgm:spPr/>
      <dgm:t>
        <a:bodyPr/>
        <a:lstStyle/>
        <a:p>
          <a:endParaRPr lang="en-US"/>
        </a:p>
      </dgm:t>
    </dgm:pt>
    <dgm:pt modelId="{143CF48D-31A8-49F8-9FD1-9311380D52FB}" type="sibTrans" cxnId="{34831FFF-26A9-44FD-8D41-F4862927E4E3}">
      <dgm:prSet/>
      <dgm:spPr/>
      <dgm:t>
        <a:bodyPr/>
        <a:lstStyle/>
        <a:p>
          <a:endParaRPr lang="en-US"/>
        </a:p>
      </dgm:t>
    </dgm:pt>
    <dgm:pt modelId="{71BDCABF-642E-429D-9C00-0FA2B6B90291}">
      <dgm:prSet/>
      <dgm:spPr/>
      <dgm:t>
        <a:bodyPr/>
        <a:lstStyle/>
        <a:p>
          <a:r>
            <a:rPr lang="en-US"/>
            <a:t>Manjot C0938094 </a:t>
          </a:r>
        </a:p>
      </dgm:t>
    </dgm:pt>
    <dgm:pt modelId="{1B639780-B83E-437A-A729-618573387FBB}" type="parTrans" cxnId="{C34EDDB3-089D-46B4-AF83-522020D41074}">
      <dgm:prSet/>
      <dgm:spPr/>
      <dgm:t>
        <a:bodyPr/>
        <a:lstStyle/>
        <a:p>
          <a:endParaRPr lang="en-US"/>
        </a:p>
      </dgm:t>
    </dgm:pt>
    <dgm:pt modelId="{B8C58A21-7F3C-4AB9-A3EC-51A191DD3D9E}" type="sibTrans" cxnId="{C34EDDB3-089D-46B4-AF83-522020D41074}">
      <dgm:prSet/>
      <dgm:spPr/>
      <dgm:t>
        <a:bodyPr/>
        <a:lstStyle/>
        <a:p>
          <a:endParaRPr lang="en-US"/>
        </a:p>
      </dgm:t>
    </dgm:pt>
    <dgm:pt modelId="{B762AC6E-4366-41B9-8152-4E2E698DA2D3}">
      <dgm:prSet/>
      <dgm:spPr/>
      <dgm:t>
        <a:bodyPr/>
        <a:lstStyle/>
        <a:p>
          <a:r>
            <a:rPr lang="en-US"/>
            <a:t>Anju C0935847 </a:t>
          </a:r>
        </a:p>
      </dgm:t>
    </dgm:pt>
    <dgm:pt modelId="{09677370-6FF0-4C9B-948C-28EE844EDD9A}" type="parTrans" cxnId="{23F75240-BC5A-43F6-9EFF-C04E706A987D}">
      <dgm:prSet/>
      <dgm:spPr/>
      <dgm:t>
        <a:bodyPr/>
        <a:lstStyle/>
        <a:p>
          <a:endParaRPr lang="en-US"/>
        </a:p>
      </dgm:t>
    </dgm:pt>
    <dgm:pt modelId="{5475F45F-0637-4913-AA2A-1F9A031A080E}" type="sibTrans" cxnId="{23F75240-BC5A-43F6-9EFF-C04E706A987D}">
      <dgm:prSet/>
      <dgm:spPr/>
      <dgm:t>
        <a:bodyPr/>
        <a:lstStyle/>
        <a:p>
          <a:endParaRPr lang="en-US"/>
        </a:p>
      </dgm:t>
    </dgm:pt>
    <dgm:pt modelId="{C16FC00A-C2A2-475F-A1BA-86191C8164B1}">
      <dgm:prSet/>
      <dgm:spPr/>
      <dgm:t>
        <a:bodyPr/>
        <a:lstStyle/>
        <a:p>
          <a:r>
            <a:rPr lang="en-US"/>
            <a:t>Sarita C0938516 </a:t>
          </a:r>
        </a:p>
      </dgm:t>
    </dgm:pt>
    <dgm:pt modelId="{48D52C3C-7873-45A4-AE69-0D529C8D8D9B}" type="parTrans" cxnId="{6BE91040-8C97-4686-9A67-BB4E33BC5995}">
      <dgm:prSet/>
      <dgm:spPr/>
      <dgm:t>
        <a:bodyPr/>
        <a:lstStyle/>
        <a:p>
          <a:endParaRPr lang="en-US"/>
        </a:p>
      </dgm:t>
    </dgm:pt>
    <dgm:pt modelId="{D03A97B1-D1EB-4142-BDB7-9C58CE1F930E}" type="sibTrans" cxnId="{6BE91040-8C97-4686-9A67-BB4E33BC5995}">
      <dgm:prSet/>
      <dgm:spPr/>
      <dgm:t>
        <a:bodyPr/>
        <a:lstStyle/>
        <a:p>
          <a:endParaRPr lang="en-US"/>
        </a:p>
      </dgm:t>
    </dgm:pt>
    <dgm:pt modelId="{1F012D88-8D14-4583-8604-AF8C976058F7}">
      <dgm:prSet/>
      <dgm:spPr/>
      <dgm:t>
        <a:bodyPr/>
        <a:lstStyle/>
        <a:p>
          <a:r>
            <a:rPr lang="en-US"/>
            <a:t>Brian C0940439</a:t>
          </a:r>
        </a:p>
      </dgm:t>
    </dgm:pt>
    <dgm:pt modelId="{4EDDC510-5D9D-4361-BC32-1865DCB4236A}" type="parTrans" cxnId="{BC133E0E-17EB-49BE-AE45-98A4311B64ED}">
      <dgm:prSet/>
      <dgm:spPr/>
      <dgm:t>
        <a:bodyPr/>
        <a:lstStyle/>
        <a:p>
          <a:endParaRPr lang="en-US"/>
        </a:p>
      </dgm:t>
    </dgm:pt>
    <dgm:pt modelId="{C22F2324-3F98-437E-A9AE-49DCD86242F2}" type="sibTrans" cxnId="{BC133E0E-17EB-49BE-AE45-98A4311B64ED}">
      <dgm:prSet/>
      <dgm:spPr/>
      <dgm:t>
        <a:bodyPr/>
        <a:lstStyle/>
        <a:p>
          <a:endParaRPr lang="en-US"/>
        </a:p>
      </dgm:t>
    </dgm:pt>
    <dgm:pt modelId="{AD50420D-A918-4949-A509-E6C91723CBEB}" type="pres">
      <dgm:prSet presAssocID="{B285C49B-405B-420A-AC8A-1B5C979F4B33}" presName="vert0" presStyleCnt="0">
        <dgm:presLayoutVars>
          <dgm:dir/>
          <dgm:animOne val="branch"/>
          <dgm:animLvl val="lvl"/>
        </dgm:presLayoutVars>
      </dgm:prSet>
      <dgm:spPr/>
    </dgm:pt>
    <dgm:pt modelId="{34F3F7E5-8A21-4EC4-8DE0-D76F383876A1}" type="pres">
      <dgm:prSet presAssocID="{30DF79FD-2051-4531-9294-A368D86A7CB8}" presName="thickLine" presStyleLbl="alignNode1" presStyleIdx="0" presStyleCnt="8"/>
      <dgm:spPr/>
    </dgm:pt>
    <dgm:pt modelId="{AA165ABB-57EC-45EB-B739-4F9923E0663D}" type="pres">
      <dgm:prSet presAssocID="{30DF79FD-2051-4531-9294-A368D86A7CB8}" presName="horz1" presStyleCnt="0"/>
      <dgm:spPr/>
    </dgm:pt>
    <dgm:pt modelId="{E67C57CF-6032-41B6-8E96-C3E1DD08FABB}" type="pres">
      <dgm:prSet presAssocID="{30DF79FD-2051-4531-9294-A368D86A7CB8}" presName="tx1" presStyleLbl="revTx" presStyleIdx="0" presStyleCnt="8"/>
      <dgm:spPr/>
    </dgm:pt>
    <dgm:pt modelId="{D84E34D0-10BE-4928-BCCD-95E9E728A289}" type="pres">
      <dgm:prSet presAssocID="{30DF79FD-2051-4531-9294-A368D86A7CB8}" presName="vert1" presStyleCnt="0"/>
      <dgm:spPr/>
    </dgm:pt>
    <dgm:pt modelId="{9FCC799F-9C22-43BE-83B8-02E9F16A5489}" type="pres">
      <dgm:prSet presAssocID="{D599C7FD-45A6-49EC-A060-B413C49C94AE}" presName="thickLine" presStyleLbl="alignNode1" presStyleIdx="1" presStyleCnt="8"/>
      <dgm:spPr/>
    </dgm:pt>
    <dgm:pt modelId="{95359709-EF89-4F68-9239-5C0A4D1ED6CA}" type="pres">
      <dgm:prSet presAssocID="{D599C7FD-45A6-49EC-A060-B413C49C94AE}" presName="horz1" presStyleCnt="0"/>
      <dgm:spPr/>
    </dgm:pt>
    <dgm:pt modelId="{85D641CE-651A-4405-84D4-2D73C39A8467}" type="pres">
      <dgm:prSet presAssocID="{D599C7FD-45A6-49EC-A060-B413C49C94AE}" presName="tx1" presStyleLbl="revTx" presStyleIdx="1" presStyleCnt="8"/>
      <dgm:spPr/>
    </dgm:pt>
    <dgm:pt modelId="{728AA210-44B7-40FB-BE35-D822A496B010}" type="pres">
      <dgm:prSet presAssocID="{D599C7FD-45A6-49EC-A060-B413C49C94AE}" presName="vert1" presStyleCnt="0"/>
      <dgm:spPr/>
    </dgm:pt>
    <dgm:pt modelId="{71F639FF-E2A3-444C-9080-3D2BCC271383}" type="pres">
      <dgm:prSet presAssocID="{D29A49C6-9CAF-4D16-8CD3-2EA084C27BF4}" presName="thickLine" presStyleLbl="alignNode1" presStyleIdx="2" presStyleCnt="8"/>
      <dgm:spPr/>
    </dgm:pt>
    <dgm:pt modelId="{6EB812FF-4E82-478C-9F65-1E0F0A73421E}" type="pres">
      <dgm:prSet presAssocID="{D29A49C6-9CAF-4D16-8CD3-2EA084C27BF4}" presName="horz1" presStyleCnt="0"/>
      <dgm:spPr/>
    </dgm:pt>
    <dgm:pt modelId="{9AF31C0B-A793-46D7-B310-C4B2BFB74B79}" type="pres">
      <dgm:prSet presAssocID="{D29A49C6-9CAF-4D16-8CD3-2EA084C27BF4}" presName="tx1" presStyleLbl="revTx" presStyleIdx="2" presStyleCnt="8"/>
      <dgm:spPr/>
    </dgm:pt>
    <dgm:pt modelId="{B6EA2C89-1799-4740-A6B7-E0AB75BE9A4B}" type="pres">
      <dgm:prSet presAssocID="{D29A49C6-9CAF-4D16-8CD3-2EA084C27BF4}" presName="vert1" presStyleCnt="0"/>
      <dgm:spPr/>
    </dgm:pt>
    <dgm:pt modelId="{73993911-52C7-4A82-8C5D-B04F549235F2}" type="pres">
      <dgm:prSet presAssocID="{2C1C8059-432E-4900-8B4B-41A6C242BD75}" presName="thickLine" presStyleLbl="alignNode1" presStyleIdx="3" presStyleCnt="8"/>
      <dgm:spPr/>
    </dgm:pt>
    <dgm:pt modelId="{A18C82F0-C8C7-4228-BE64-799FAF6DF8EB}" type="pres">
      <dgm:prSet presAssocID="{2C1C8059-432E-4900-8B4B-41A6C242BD75}" presName="horz1" presStyleCnt="0"/>
      <dgm:spPr/>
    </dgm:pt>
    <dgm:pt modelId="{77245E8D-E6ED-49DA-9617-BC154B640C68}" type="pres">
      <dgm:prSet presAssocID="{2C1C8059-432E-4900-8B4B-41A6C242BD75}" presName="tx1" presStyleLbl="revTx" presStyleIdx="3" presStyleCnt="8"/>
      <dgm:spPr/>
    </dgm:pt>
    <dgm:pt modelId="{9A0A0A0D-FA9C-4522-B5ED-D80333C0EFCA}" type="pres">
      <dgm:prSet presAssocID="{2C1C8059-432E-4900-8B4B-41A6C242BD75}" presName="vert1" presStyleCnt="0"/>
      <dgm:spPr/>
    </dgm:pt>
    <dgm:pt modelId="{537E9EF8-7B57-4AA9-8CA0-9A8A3B38EECF}" type="pres">
      <dgm:prSet presAssocID="{71BDCABF-642E-429D-9C00-0FA2B6B90291}" presName="thickLine" presStyleLbl="alignNode1" presStyleIdx="4" presStyleCnt="8"/>
      <dgm:spPr/>
    </dgm:pt>
    <dgm:pt modelId="{20836D33-E6BB-4390-8CC8-8A4C3D7DB3B2}" type="pres">
      <dgm:prSet presAssocID="{71BDCABF-642E-429D-9C00-0FA2B6B90291}" presName="horz1" presStyleCnt="0"/>
      <dgm:spPr/>
    </dgm:pt>
    <dgm:pt modelId="{A442EB5A-D7B7-4D2D-9C93-44B6885D66ED}" type="pres">
      <dgm:prSet presAssocID="{71BDCABF-642E-429D-9C00-0FA2B6B90291}" presName="tx1" presStyleLbl="revTx" presStyleIdx="4" presStyleCnt="8"/>
      <dgm:spPr/>
    </dgm:pt>
    <dgm:pt modelId="{F1A9E34B-C6F0-4506-AD2A-353C01EFBEF7}" type="pres">
      <dgm:prSet presAssocID="{71BDCABF-642E-429D-9C00-0FA2B6B90291}" presName="vert1" presStyleCnt="0"/>
      <dgm:spPr/>
    </dgm:pt>
    <dgm:pt modelId="{38C9742E-918A-44D3-AFC7-6524C80AA4E1}" type="pres">
      <dgm:prSet presAssocID="{B762AC6E-4366-41B9-8152-4E2E698DA2D3}" presName="thickLine" presStyleLbl="alignNode1" presStyleIdx="5" presStyleCnt="8"/>
      <dgm:spPr/>
    </dgm:pt>
    <dgm:pt modelId="{F84F239B-BDFE-4FE1-8206-220B87F46B81}" type="pres">
      <dgm:prSet presAssocID="{B762AC6E-4366-41B9-8152-4E2E698DA2D3}" presName="horz1" presStyleCnt="0"/>
      <dgm:spPr/>
    </dgm:pt>
    <dgm:pt modelId="{76DB008C-3D5D-4A91-8B0E-DB624E24A1A3}" type="pres">
      <dgm:prSet presAssocID="{B762AC6E-4366-41B9-8152-4E2E698DA2D3}" presName="tx1" presStyleLbl="revTx" presStyleIdx="5" presStyleCnt="8"/>
      <dgm:spPr/>
    </dgm:pt>
    <dgm:pt modelId="{F7ABBB99-C192-424F-BC5D-4A77961633E4}" type="pres">
      <dgm:prSet presAssocID="{B762AC6E-4366-41B9-8152-4E2E698DA2D3}" presName="vert1" presStyleCnt="0"/>
      <dgm:spPr/>
    </dgm:pt>
    <dgm:pt modelId="{251083D6-05CB-4554-A17A-0844AF49ABF0}" type="pres">
      <dgm:prSet presAssocID="{C16FC00A-C2A2-475F-A1BA-86191C8164B1}" presName="thickLine" presStyleLbl="alignNode1" presStyleIdx="6" presStyleCnt="8"/>
      <dgm:spPr/>
    </dgm:pt>
    <dgm:pt modelId="{8F09DCCB-6968-49D5-B900-9238E5086270}" type="pres">
      <dgm:prSet presAssocID="{C16FC00A-C2A2-475F-A1BA-86191C8164B1}" presName="horz1" presStyleCnt="0"/>
      <dgm:spPr/>
    </dgm:pt>
    <dgm:pt modelId="{6F9CF9C3-41DD-44B8-BC56-61060DC4E469}" type="pres">
      <dgm:prSet presAssocID="{C16FC00A-C2A2-475F-A1BA-86191C8164B1}" presName="tx1" presStyleLbl="revTx" presStyleIdx="6" presStyleCnt="8"/>
      <dgm:spPr/>
    </dgm:pt>
    <dgm:pt modelId="{316A6339-8919-412F-B1AF-D516574D2F64}" type="pres">
      <dgm:prSet presAssocID="{C16FC00A-C2A2-475F-A1BA-86191C8164B1}" presName="vert1" presStyleCnt="0"/>
      <dgm:spPr/>
    </dgm:pt>
    <dgm:pt modelId="{8D48364F-6C82-4F69-AC99-E68A67F9C946}" type="pres">
      <dgm:prSet presAssocID="{1F012D88-8D14-4583-8604-AF8C976058F7}" presName="thickLine" presStyleLbl="alignNode1" presStyleIdx="7" presStyleCnt="8"/>
      <dgm:spPr/>
    </dgm:pt>
    <dgm:pt modelId="{6EC6730C-18F3-42F2-9DCD-7917239A0FFE}" type="pres">
      <dgm:prSet presAssocID="{1F012D88-8D14-4583-8604-AF8C976058F7}" presName="horz1" presStyleCnt="0"/>
      <dgm:spPr/>
    </dgm:pt>
    <dgm:pt modelId="{A69D42F3-0FD5-465C-AC53-B1131E274FE5}" type="pres">
      <dgm:prSet presAssocID="{1F012D88-8D14-4583-8604-AF8C976058F7}" presName="tx1" presStyleLbl="revTx" presStyleIdx="7" presStyleCnt="8"/>
      <dgm:spPr/>
    </dgm:pt>
    <dgm:pt modelId="{B3180E74-B47E-412F-BFC1-9DF2970AF850}" type="pres">
      <dgm:prSet presAssocID="{1F012D88-8D14-4583-8604-AF8C976058F7}" presName="vert1" presStyleCnt="0"/>
      <dgm:spPr/>
    </dgm:pt>
  </dgm:ptLst>
  <dgm:cxnLst>
    <dgm:cxn modelId="{BC133E0E-17EB-49BE-AE45-98A4311B64ED}" srcId="{B285C49B-405B-420A-AC8A-1B5C979F4B33}" destId="{1F012D88-8D14-4583-8604-AF8C976058F7}" srcOrd="7" destOrd="0" parTransId="{4EDDC510-5D9D-4361-BC32-1865DCB4236A}" sibTransId="{C22F2324-3F98-437E-A9AE-49DCD86242F2}"/>
    <dgm:cxn modelId="{E8B8BB11-903C-4645-A75F-9DCCBAC75159}" type="presOf" srcId="{D599C7FD-45A6-49EC-A060-B413C49C94AE}" destId="{85D641CE-651A-4405-84D4-2D73C39A8467}" srcOrd="0" destOrd="0" presId="urn:microsoft.com/office/officeart/2008/layout/LinedList"/>
    <dgm:cxn modelId="{9EAA5C2F-C39A-41CA-B7B7-4E51E8B61949}" srcId="{B285C49B-405B-420A-AC8A-1B5C979F4B33}" destId="{D599C7FD-45A6-49EC-A060-B413C49C94AE}" srcOrd="1" destOrd="0" parTransId="{BC2A9964-0A00-4516-9372-7AE3572E5DA6}" sibTransId="{85C54496-7323-4D72-82D9-5CC9576C3128}"/>
    <dgm:cxn modelId="{AE22C635-2552-43CC-A328-4968364DA0DF}" type="presOf" srcId="{30DF79FD-2051-4531-9294-A368D86A7CB8}" destId="{E67C57CF-6032-41B6-8E96-C3E1DD08FABB}" srcOrd="0" destOrd="0" presId="urn:microsoft.com/office/officeart/2008/layout/LinedList"/>
    <dgm:cxn modelId="{CE031136-30BA-4A7D-95E4-AB0B5535F137}" srcId="{B285C49B-405B-420A-AC8A-1B5C979F4B33}" destId="{30DF79FD-2051-4531-9294-A368D86A7CB8}" srcOrd="0" destOrd="0" parTransId="{0FF05A42-3DD6-4249-A53D-0CFC7941A843}" sibTransId="{8D3E6210-3EBA-4C20-BA21-C356C844D40D}"/>
    <dgm:cxn modelId="{8A052C3B-62A2-40D4-AA39-0EE3708E601A}" type="presOf" srcId="{B762AC6E-4366-41B9-8152-4E2E698DA2D3}" destId="{76DB008C-3D5D-4A91-8B0E-DB624E24A1A3}" srcOrd="0" destOrd="0" presId="urn:microsoft.com/office/officeart/2008/layout/LinedList"/>
    <dgm:cxn modelId="{6BE91040-8C97-4686-9A67-BB4E33BC5995}" srcId="{B285C49B-405B-420A-AC8A-1B5C979F4B33}" destId="{C16FC00A-C2A2-475F-A1BA-86191C8164B1}" srcOrd="6" destOrd="0" parTransId="{48D52C3C-7873-45A4-AE69-0D529C8D8D9B}" sibTransId="{D03A97B1-D1EB-4142-BDB7-9C58CE1F930E}"/>
    <dgm:cxn modelId="{23F75240-BC5A-43F6-9EFF-C04E706A987D}" srcId="{B285C49B-405B-420A-AC8A-1B5C979F4B33}" destId="{B762AC6E-4366-41B9-8152-4E2E698DA2D3}" srcOrd="5" destOrd="0" parTransId="{09677370-6FF0-4C9B-948C-28EE844EDD9A}" sibTransId="{5475F45F-0637-4913-AA2A-1F9A031A080E}"/>
    <dgm:cxn modelId="{CC1E3083-DF15-4EE2-857A-418F9A443A16}" type="presOf" srcId="{1F012D88-8D14-4583-8604-AF8C976058F7}" destId="{A69D42F3-0FD5-465C-AC53-B1131E274FE5}" srcOrd="0" destOrd="0" presId="urn:microsoft.com/office/officeart/2008/layout/LinedList"/>
    <dgm:cxn modelId="{AB618C8C-AE1C-46F9-85B0-9FA65AE37CC8}" srcId="{B285C49B-405B-420A-AC8A-1B5C979F4B33}" destId="{D29A49C6-9CAF-4D16-8CD3-2EA084C27BF4}" srcOrd="2" destOrd="0" parTransId="{A7D29B82-D0A1-4B42-9309-DB3FF1F4CA59}" sibTransId="{207F9AF4-3F73-46C0-89B1-01DF15E4478B}"/>
    <dgm:cxn modelId="{C34EDDB3-089D-46B4-AF83-522020D41074}" srcId="{B285C49B-405B-420A-AC8A-1B5C979F4B33}" destId="{71BDCABF-642E-429D-9C00-0FA2B6B90291}" srcOrd="4" destOrd="0" parTransId="{1B639780-B83E-437A-A729-618573387FBB}" sibTransId="{B8C58A21-7F3C-4AB9-A3EC-51A191DD3D9E}"/>
    <dgm:cxn modelId="{4D0CC8B8-3DE8-4EA6-8510-7908AAF9F42E}" type="presOf" srcId="{B285C49B-405B-420A-AC8A-1B5C979F4B33}" destId="{AD50420D-A918-4949-A509-E6C91723CBEB}" srcOrd="0" destOrd="0" presId="urn:microsoft.com/office/officeart/2008/layout/LinedList"/>
    <dgm:cxn modelId="{737416DD-5D66-41CC-A3ED-691ED2249636}" type="presOf" srcId="{71BDCABF-642E-429D-9C00-0FA2B6B90291}" destId="{A442EB5A-D7B7-4D2D-9C93-44B6885D66ED}" srcOrd="0" destOrd="0" presId="urn:microsoft.com/office/officeart/2008/layout/LinedList"/>
    <dgm:cxn modelId="{121751E7-C447-431B-97CB-83E6E9859886}" type="presOf" srcId="{C16FC00A-C2A2-475F-A1BA-86191C8164B1}" destId="{6F9CF9C3-41DD-44B8-BC56-61060DC4E469}" srcOrd="0" destOrd="0" presId="urn:microsoft.com/office/officeart/2008/layout/LinedList"/>
    <dgm:cxn modelId="{CAE4ABF0-3BD8-439E-A2D7-DA5BEE37A1FE}" type="presOf" srcId="{D29A49C6-9CAF-4D16-8CD3-2EA084C27BF4}" destId="{9AF31C0B-A793-46D7-B310-C4B2BFB74B79}" srcOrd="0" destOrd="0" presId="urn:microsoft.com/office/officeart/2008/layout/LinedList"/>
    <dgm:cxn modelId="{4CC0FDF0-3F59-4880-B757-5885BD4CFDD3}" type="presOf" srcId="{2C1C8059-432E-4900-8B4B-41A6C242BD75}" destId="{77245E8D-E6ED-49DA-9617-BC154B640C68}" srcOrd="0" destOrd="0" presId="urn:microsoft.com/office/officeart/2008/layout/LinedList"/>
    <dgm:cxn modelId="{34831FFF-26A9-44FD-8D41-F4862927E4E3}" srcId="{B285C49B-405B-420A-AC8A-1B5C979F4B33}" destId="{2C1C8059-432E-4900-8B4B-41A6C242BD75}" srcOrd="3" destOrd="0" parTransId="{EBEAADE4-1E2D-4372-BCB6-0720B2CAA19D}" sibTransId="{143CF48D-31A8-49F8-9FD1-9311380D52FB}"/>
    <dgm:cxn modelId="{389E1497-8E31-426D-81FA-85E33B51C8E7}" type="presParOf" srcId="{AD50420D-A918-4949-A509-E6C91723CBEB}" destId="{34F3F7E5-8A21-4EC4-8DE0-D76F383876A1}" srcOrd="0" destOrd="0" presId="urn:microsoft.com/office/officeart/2008/layout/LinedList"/>
    <dgm:cxn modelId="{09FF803F-13AD-4D84-8262-2B7D0F233B65}" type="presParOf" srcId="{AD50420D-A918-4949-A509-E6C91723CBEB}" destId="{AA165ABB-57EC-45EB-B739-4F9923E0663D}" srcOrd="1" destOrd="0" presId="urn:microsoft.com/office/officeart/2008/layout/LinedList"/>
    <dgm:cxn modelId="{7092A349-1956-4078-BE06-602ADC0743A7}" type="presParOf" srcId="{AA165ABB-57EC-45EB-B739-4F9923E0663D}" destId="{E67C57CF-6032-41B6-8E96-C3E1DD08FABB}" srcOrd="0" destOrd="0" presId="urn:microsoft.com/office/officeart/2008/layout/LinedList"/>
    <dgm:cxn modelId="{CCB846EA-545A-421E-8AB3-886D84D231E6}" type="presParOf" srcId="{AA165ABB-57EC-45EB-B739-4F9923E0663D}" destId="{D84E34D0-10BE-4928-BCCD-95E9E728A289}" srcOrd="1" destOrd="0" presId="urn:microsoft.com/office/officeart/2008/layout/LinedList"/>
    <dgm:cxn modelId="{D9B236CB-7564-486E-AF61-67D14ADC808F}" type="presParOf" srcId="{AD50420D-A918-4949-A509-E6C91723CBEB}" destId="{9FCC799F-9C22-43BE-83B8-02E9F16A5489}" srcOrd="2" destOrd="0" presId="urn:microsoft.com/office/officeart/2008/layout/LinedList"/>
    <dgm:cxn modelId="{D34A7EED-4774-44CF-A55C-36DCBFB9D534}" type="presParOf" srcId="{AD50420D-A918-4949-A509-E6C91723CBEB}" destId="{95359709-EF89-4F68-9239-5C0A4D1ED6CA}" srcOrd="3" destOrd="0" presId="urn:microsoft.com/office/officeart/2008/layout/LinedList"/>
    <dgm:cxn modelId="{DD602C4D-8A6B-4BB2-8766-832365D9AFDE}" type="presParOf" srcId="{95359709-EF89-4F68-9239-5C0A4D1ED6CA}" destId="{85D641CE-651A-4405-84D4-2D73C39A8467}" srcOrd="0" destOrd="0" presId="urn:microsoft.com/office/officeart/2008/layout/LinedList"/>
    <dgm:cxn modelId="{976D915B-9866-43B6-AED2-15EE2F1A9C54}" type="presParOf" srcId="{95359709-EF89-4F68-9239-5C0A4D1ED6CA}" destId="{728AA210-44B7-40FB-BE35-D822A496B010}" srcOrd="1" destOrd="0" presId="urn:microsoft.com/office/officeart/2008/layout/LinedList"/>
    <dgm:cxn modelId="{4EAD25E3-57CD-4C85-9AF1-79AC8AF3E9CC}" type="presParOf" srcId="{AD50420D-A918-4949-A509-E6C91723CBEB}" destId="{71F639FF-E2A3-444C-9080-3D2BCC271383}" srcOrd="4" destOrd="0" presId="urn:microsoft.com/office/officeart/2008/layout/LinedList"/>
    <dgm:cxn modelId="{CBBB7198-9C90-440F-8E20-BCE06B320E9D}" type="presParOf" srcId="{AD50420D-A918-4949-A509-E6C91723CBEB}" destId="{6EB812FF-4E82-478C-9F65-1E0F0A73421E}" srcOrd="5" destOrd="0" presId="urn:microsoft.com/office/officeart/2008/layout/LinedList"/>
    <dgm:cxn modelId="{FD73244E-91C9-411B-B11C-815E43FA49FF}" type="presParOf" srcId="{6EB812FF-4E82-478C-9F65-1E0F0A73421E}" destId="{9AF31C0B-A793-46D7-B310-C4B2BFB74B79}" srcOrd="0" destOrd="0" presId="urn:microsoft.com/office/officeart/2008/layout/LinedList"/>
    <dgm:cxn modelId="{FC3698D2-270D-4DC1-9029-6E1B4191C440}" type="presParOf" srcId="{6EB812FF-4E82-478C-9F65-1E0F0A73421E}" destId="{B6EA2C89-1799-4740-A6B7-E0AB75BE9A4B}" srcOrd="1" destOrd="0" presId="urn:microsoft.com/office/officeart/2008/layout/LinedList"/>
    <dgm:cxn modelId="{DE378C48-0129-41A6-982A-18AB872586F5}" type="presParOf" srcId="{AD50420D-A918-4949-A509-E6C91723CBEB}" destId="{73993911-52C7-4A82-8C5D-B04F549235F2}" srcOrd="6" destOrd="0" presId="urn:microsoft.com/office/officeart/2008/layout/LinedList"/>
    <dgm:cxn modelId="{AD1FC51E-8D88-464F-97CE-C6A2887455CE}" type="presParOf" srcId="{AD50420D-A918-4949-A509-E6C91723CBEB}" destId="{A18C82F0-C8C7-4228-BE64-799FAF6DF8EB}" srcOrd="7" destOrd="0" presId="urn:microsoft.com/office/officeart/2008/layout/LinedList"/>
    <dgm:cxn modelId="{0CB56584-EE29-4788-A671-04D9DAD08956}" type="presParOf" srcId="{A18C82F0-C8C7-4228-BE64-799FAF6DF8EB}" destId="{77245E8D-E6ED-49DA-9617-BC154B640C68}" srcOrd="0" destOrd="0" presId="urn:microsoft.com/office/officeart/2008/layout/LinedList"/>
    <dgm:cxn modelId="{E8A15655-DA3C-43F5-A972-1AAD9C356065}" type="presParOf" srcId="{A18C82F0-C8C7-4228-BE64-799FAF6DF8EB}" destId="{9A0A0A0D-FA9C-4522-B5ED-D80333C0EFCA}" srcOrd="1" destOrd="0" presId="urn:microsoft.com/office/officeart/2008/layout/LinedList"/>
    <dgm:cxn modelId="{2D20E893-E0AE-4391-B300-49728DD3B964}" type="presParOf" srcId="{AD50420D-A918-4949-A509-E6C91723CBEB}" destId="{537E9EF8-7B57-4AA9-8CA0-9A8A3B38EECF}" srcOrd="8" destOrd="0" presId="urn:microsoft.com/office/officeart/2008/layout/LinedList"/>
    <dgm:cxn modelId="{93BF2F5A-0F0D-4F57-B34C-B0C1E0B13C83}" type="presParOf" srcId="{AD50420D-A918-4949-A509-E6C91723CBEB}" destId="{20836D33-E6BB-4390-8CC8-8A4C3D7DB3B2}" srcOrd="9" destOrd="0" presId="urn:microsoft.com/office/officeart/2008/layout/LinedList"/>
    <dgm:cxn modelId="{6271757C-C7BB-4FBE-8C57-1E039C301A9C}" type="presParOf" srcId="{20836D33-E6BB-4390-8CC8-8A4C3D7DB3B2}" destId="{A442EB5A-D7B7-4D2D-9C93-44B6885D66ED}" srcOrd="0" destOrd="0" presId="urn:microsoft.com/office/officeart/2008/layout/LinedList"/>
    <dgm:cxn modelId="{52CABD61-FAE6-4BB7-8049-D51ADFF28B9F}" type="presParOf" srcId="{20836D33-E6BB-4390-8CC8-8A4C3D7DB3B2}" destId="{F1A9E34B-C6F0-4506-AD2A-353C01EFBEF7}" srcOrd="1" destOrd="0" presId="urn:microsoft.com/office/officeart/2008/layout/LinedList"/>
    <dgm:cxn modelId="{53ECB596-2A80-4E39-A142-E6F4DA2C77AC}" type="presParOf" srcId="{AD50420D-A918-4949-A509-E6C91723CBEB}" destId="{38C9742E-918A-44D3-AFC7-6524C80AA4E1}" srcOrd="10" destOrd="0" presId="urn:microsoft.com/office/officeart/2008/layout/LinedList"/>
    <dgm:cxn modelId="{279F8E75-924A-4A20-BB30-215F5B676005}" type="presParOf" srcId="{AD50420D-A918-4949-A509-E6C91723CBEB}" destId="{F84F239B-BDFE-4FE1-8206-220B87F46B81}" srcOrd="11" destOrd="0" presId="urn:microsoft.com/office/officeart/2008/layout/LinedList"/>
    <dgm:cxn modelId="{2B181EB8-5FC5-47BF-AF8E-C4FFA9325337}" type="presParOf" srcId="{F84F239B-BDFE-4FE1-8206-220B87F46B81}" destId="{76DB008C-3D5D-4A91-8B0E-DB624E24A1A3}" srcOrd="0" destOrd="0" presId="urn:microsoft.com/office/officeart/2008/layout/LinedList"/>
    <dgm:cxn modelId="{40E8C623-5CA0-47D1-B507-489F4248D591}" type="presParOf" srcId="{F84F239B-BDFE-4FE1-8206-220B87F46B81}" destId="{F7ABBB99-C192-424F-BC5D-4A77961633E4}" srcOrd="1" destOrd="0" presId="urn:microsoft.com/office/officeart/2008/layout/LinedList"/>
    <dgm:cxn modelId="{7848F088-2D86-4539-A96D-EFD441AAF648}" type="presParOf" srcId="{AD50420D-A918-4949-A509-E6C91723CBEB}" destId="{251083D6-05CB-4554-A17A-0844AF49ABF0}" srcOrd="12" destOrd="0" presId="urn:microsoft.com/office/officeart/2008/layout/LinedList"/>
    <dgm:cxn modelId="{7BB0FEFA-E249-4645-833D-B126A84A1DFC}" type="presParOf" srcId="{AD50420D-A918-4949-A509-E6C91723CBEB}" destId="{8F09DCCB-6968-49D5-B900-9238E5086270}" srcOrd="13" destOrd="0" presId="urn:microsoft.com/office/officeart/2008/layout/LinedList"/>
    <dgm:cxn modelId="{D442F35E-3910-4E6E-9694-BAD1F1A90151}" type="presParOf" srcId="{8F09DCCB-6968-49D5-B900-9238E5086270}" destId="{6F9CF9C3-41DD-44B8-BC56-61060DC4E469}" srcOrd="0" destOrd="0" presId="urn:microsoft.com/office/officeart/2008/layout/LinedList"/>
    <dgm:cxn modelId="{4C8218B7-B4ED-4193-806E-C90BBA3D5F54}" type="presParOf" srcId="{8F09DCCB-6968-49D5-B900-9238E5086270}" destId="{316A6339-8919-412F-B1AF-D516574D2F64}" srcOrd="1" destOrd="0" presId="urn:microsoft.com/office/officeart/2008/layout/LinedList"/>
    <dgm:cxn modelId="{DFB03B2A-ABE9-4F52-814D-AA0FD512A199}" type="presParOf" srcId="{AD50420D-A918-4949-A509-E6C91723CBEB}" destId="{8D48364F-6C82-4F69-AC99-E68A67F9C946}" srcOrd="14" destOrd="0" presId="urn:microsoft.com/office/officeart/2008/layout/LinedList"/>
    <dgm:cxn modelId="{D92B387B-14E6-4AFD-86C4-4D3F46B4D30E}" type="presParOf" srcId="{AD50420D-A918-4949-A509-E6C91723CBEB}" destId="{6EC6730C-18F3-42F2-9DCD-7917239A0FFE}" srcOrd="15" destOrd="0" presId="urn:microsoft.com/office/officeart/2008/layout/LinedList"/>
    <dgm:cxn modelId="{ED00968B-5638-49D4-9E0F-43D9983014EA}" type="presParOf" srcId="{6EC6730C-18F3-42F2-9DCD-7917239A0FFE}" destId="{A69D42F3-0FD5-465C-AC53-B1131E274FE5}" srcOrd="0" destOrd="0" presId="urn:microsoft.com/office/officeart/2008/layout/LinedList"/>
    <dgm:cxn modelId="{D829FE70-94E4-416B-A4C0-7B260063C248}" type="presParOf" srcId="{6EC6730C-18F3-42F2-9DCD-7917239A0FFE}" destId="{B3180E74-B47E-412F-BFC1-9DF2970AF85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0B83EF-A7DA-4D7A-A448-D7191BA677AD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234646F-F2A4-4138-AE6E-8B8C2B981549}">
      <dgm:prSet/>
      <dgm:spPr/>
      <dgm:t>
        <a:bodyPr/>
        <a:lstStyle/>
        <a:p>
          <a:r>
            <a:rPr lang="en-US" b="1"/>
            <a:t>Problem Statement:</a:t>
          </a:r>
          <a:endParaRPr lang="en-US"/>
        </a:p>
      </dgm:t>
    </dgm:pt>
    <dgm:pt modelId="{A2A1F6E0-7651-4121-A034-78A42BCFB44E}" type="parTrans" cxnId="{4AA62BA1-3C30-40B0-9D58-C23D27C0FADD}">
      <dgm:prSet/>
      <dgm:spPr/>
      <dgm:t>
        <a:bodyPr/>
        <a:lstStyle/>
        <a:p>
          <a:endParaRPr lang="en-US"/>
        </a:p>
      </dgm:t>
    </dgm:pt>
    <dgm:pt modelId="{842A60ED-C037-4876-AB17-0AC4C5F868B5}" type="sibTrans" cxnId="{4AA62BA1-3C30-40B0-9D58-C23D27C0FADD}">
      <dgm:prSet/>
      <dgm:spPr/>
      <dgm:t>
        <a:bodyPr/>
        <a:lstStyle/>
        <a:p>
          <a:endParaRPr lang="en-US"/>
        </a:p>
      </dgm:t>
    </dgm:pt>
    <dgm:pt modelId="{A5D4F643-8F57-4CEB-B452-8BAAB90D88C2}">
      <dgm:prSet/>
      <dgm:spPr/>
      <dgm:t>
        <a:bodyPr/>
        <a:lstStyle/>
        <a:p>
          <a:r>
            <a:rPr lang="en-US"/>
            <a:t>High Failure Rates Due to Toxicity: Up to 30% of drugs fail in clinical trials because of unforeseen toxic effects.</a:t>
          </a:r>
        </a:p>
      </dgm:t>
    </dgm:pt>
    <dgm:pt modelId="{F7AEDAAB-6A00-41C2-A97C-608467203C9D}" type="parTrans" cxnId="{C9090CE7-32B9-4CFD-BFB3-EB189E367BBC}">
      <dgm:prSet/>
      <dgm:spPr/>
      <dgm:t>
        <a:bodyPr/>
        <a:lstStyle/>
        <a:p>
          <a:endParaRPr lang="en-US"/>
        </a:p>
      </dgm:t>
    </dgm:pt>
    <dgm:pt modelId="{361B150B-EDC0-4A17-976D-9D22265C8D79}" type="sibTrans" cxnId="{C9090CE7-32B9-4CFD-BFB3-EB189E367BBC}">
      <dgm:prSet/>
      <dgm:spPr/>
      <dgm:t>
        <a:bodyPr/>
        <a:lstStyle/>
        <a:p>
          <a:endParaRPr lang="en-US"/>
        </a:p>
      </dgm:t>
    </dgm:pt>
    <dgm:pt modelId="{04752406-DF46-45CF-8616-4E9A89991629}">
      <dgm:prSet/>
      <dgm:spPr/>
      <dgm:t>
        <a:bodyPr/>
        <a:lstStyle/>
        <a:p>
          <a:r>
            <a:rPr lang="en-US"/>
            <a:t>Cost and Time Impact: Each failure can lead to significant delays and millions in additional costs.</a:t>
          </a:r>
        </a:p>
      </dgm:t>
    </dgm:pt>
    <dgm:pt modelId="{19F7FAE1-B58A-4D56-B950-EA1D6B7D83AC}" type="parTrans" cxnId="{308EA9B4-875B-41FB-B279-715B359ADEE3}">
      <dgm:prSet/>
      <dgm:spPr/>
      <dgm:t>
        <a:bodyPr/>
        <a:lstStyle/>
        <a:p>
          <a:endParaRPr lang="en-US"/>
        </a:p>
      </dgm:t>
    </dgm:pt>
    <dgm:pt modelId="{A515B802-B916-434E-A46B-4847BD558E11}" type="sibTrans" cxnId="{308EA9B4-875B-41FB-B279-715B359ADEE3}">
      <dgm:prSet/>
      <dgm:spPr/>
      <dgm:t>
        <a:bodyPr/>
        <a:lstStyle/>
        <a:p>
          <a:endParaRPr lang="en-US"/>
        </a:p>
      </dgm:t>
    </dgm:pt>
    <dgm:pt modelId="{0B88D133-A5D7-4424-AE0F-721C66D1ACB5}">
      <dgm:prSet/>
      <dgm:spPr/>
      <dgm:t>
        <a:bodyPr/>
        <a:lstStyle/>
        <a:p>
          <a:r>
            <a:rPr lang="en-US" b="1"/>
            <a:t>Why It Matters:</a:t>
          </a:r>
          <a:endParaRPr lang="en-US"/>
        </a:p>
      </dgm:t>
    </dgm:pt>
    <dgm:pt modelId="{D4A0DCF0-526A-4F33-A744-C2BA8B95620F}" type="parTrans" cxnId="{B0556B24-60D5-4783-9D81-2AD4E3E974EA}">
      <dgm:prSet/>
      <dgm:spPr/>
      <dgm:t>
        <a:bodyPr/>
        <a:lstStyle/>
        <a:p>
          <a:endParaRPr lang="en-US"/>
        </a:p>
      </dgm:t>
    </dgm:pt>
    <dgm:pt modelId="{6323198B-FADB-40C9-824B-782774402C9F}" type="sibTrans" cxnId="{B0556B24-60D5-4783-9D81-2AD4E3E974EA}">
      <dgm:prSet/>
      <dgm:spPr/>
      <dgm:t>
        <a:bodyPr/>
        <a:lstStyle/>
        <a:p>
          <a:endParaRPr lang="en-US"/>
        </a:p>
      </dgm:t>
    </dgm:pt>
    <dgm:pt modelId="{E7B0371E-FB64-4FBE-8A85-42403678855C}">
      <dgm:prSet/>
      <dgm:spPr/>
      <dgm:t>
        <a:bodyPr/>
        <a:lstStyle/>
        <a:p>
          <a:r>
            <a:rPr lang="en-US"/>
            <a:t>For Pharmaceutical Companies:</a:t>
          </a:r>
        </a:p>
      </dgm:t>
    </dgm:pt>
    <dgm:pt modelId="{7C688362-3FCD-44B6-BE8A-0A9AA37AA927}" type="parTrans" cxnId="{E0033228-3998-44E5-A21A-9E43BFCA06C2}">
      <dgm:prSet/>
      <dgm:spPr/>
      <dgm:t>
        <a:bodyPr/>
        <a:lstStyle/>
        <a:p>
          <a:endParaRPr lang="en-US"/>
        </a:p>
      </dgm:t>
    </dgm:pt>
    <dgm:pt modelId="{758653B3-30CC-46AE-BF7F-73985720FDD8}" type="sibTrans" cxnId="{E0033228-3998-44E5-A21A-9E43BFCA06C2}">
      <dgm:prSet/>
      <dgm:spPr/>
      <dgm:t>
        <a:bodyPr/>
        <a:lstStyle/>
        <a:p>
          <a:endParaRPr lang="en-US"/>
        </a:p>
      </dgm:t>
    </dgm:pt>
    <dgm:pt modelId="{0403FDE6-8126-4D37-88DE-7CAAD6EC2331}">
      <dgm:prSet/>
      <dgm:spPr/>
      <dgm:t>
        <a:bodyPr/>
        <a:lstStyle/>
        <a:p>
          <a:r>
            <a:rPr lang="en-US"/>
            <a:t>Reducing trial failures could save billions and accelerate time to market.</a:t>
          </a:r>
        </a:p>
      </dgm:t>
    </dgm:pt>
    <dgm:pt modelId="{0F81D72D-A142-4092-8803-7D154962AE1E}" type="parTrans" cxnId="{9C30635E-A891-4F39-844C-E2C5FCA575A0}">
      <dgm:prSet/>
      <dgm:spPr/>
      <dgm:t>
        <a:bodyPr/>
        <a:lstStyle/>
        <a:p>
          <a:endParaRPr lang="en-US"/>
        </a:p>
      </dgm:t>
    </dgm:pt>
    <dgm:pt modelId="{6E0CD95A-88CF-4EE7-B633-DFD09699A96F}" type="sibTrans" cxnId="{9C30635E-A891-4F39-844C-E2C5FCA575A0}">
      <dgm:prSet/>
      <dgm:spPr/>
      <dgm:t>
        <a:bodyPr/>
        <a:lstStyle/>
        <a:p>
          <a:endParaRPr lang="en-US"/>
        </a:p>
      </dgm:t>
    </dgm:pt>
    <dgm:pt modelId="{CD422BB7-F39A-44FD-8C71-73EFCECABAC8}">
      <dgm:prSet/>
      <dgm:spPr/>
      <dgm:t>
        <a:bodyPr/>
        <a:lstStyle/>
        <a:p>
          <a:r>
            <a:rPr lang="en-US"/>
            <a:t>Early toxicity detection lowers risks and increases ROI.</a:t>
          </a:r>
        </a:p>
      </dgm:t>
    </dgm:pt>
    <dgm:pt modelId="{0FCB1E2A-A419-4088-B2EC-53114BCAC53C}" type="parTrans" cxnId="{6AC431B8-E41B-4176-A6FA-9485B1CBBC01}">
      <dgm:prSet/>
      <dgm:spPr/>
      <dgm:t>
        <a:bodyPr/>
        <a:lstStyle/>
        <a:p>
          <a:endParaRPr lang="en-US"/>
        </a:p>
      </dgm:t>
    </dgm:pt>
    <dgm:pt modelId="{753BC9CD-EF68-4E2E-98D6-8CB276CFD08A}" type="sibTrans" cxnId="{6AC431B8-E41B-4176-A6FA-9485B1CBBC01}">
      <dgm:prSet/>
      <dgm:spPr/>
      <dgm:t>
        <a:bodyPr/>
        <a:lstStyle/>
        <a:p>
          <a:endParaRPr lang="en-US"/>
        </a:p>
      </dgm:t>
    </dgm:pt>
    <dgm:pt modelId="{E8073767-3B90-4EC9-A769-19CA48DC6867}">
      <dgm:prSet/>
      <dgm:spPr/>
      <dgm:t>
        <a:bodyPr/>
        <a:lstStyle/>
        <a:p>
          <a:r>
            <a:rPr lang="en-US" b="1"/>
            <a:t>For Patients:</a:t>
          </a:r>
          <a:endParaRPr lang="en-US"/>
        </a:p>
      </dgm:t>
    </dgm:pt>
    <dgm:pt modelId="{9EB3CF8F-63C7-4D8E-9F93-D734088FFD39}" type="parTrans" cxnId="{EF6D2733-2D89-4BB1-9A0D-CB887589FCD5}">
      <dgm:prSet/>
      <dgm:spPr/>
      <dgm:t>
        <a:bodyPr/>
        <a:lstStyle/>
        <a:p>
          <a:endParaRPr lang="en-US"/>
        </a:p>
      </dgm:t>
    </dgm:pt>
    <dgm:pt modelId="{C03AFDF0-1ACB-4CFD-B88A-6D0002B02E0A}" type="sibTrans" cxnId="{EF6D2733-2D89-4BB1-9A0D-CB887589FCD5}">
      <dgm:prSet/>
      <dgm:spPr/>
      <dgm:t>
        <a:bodyPr/>
        <a:lstStyle/>
        <a:p>
          <a:endParaRPr lang="en-US"/>
        </a:p>
      </dgm:t>
    </dgm:pt>
    <dgm:pt modelId="{242E7948-548B-4484-8C8F-295A7584DD87}">
      <dgm:prSet/>
      <dgm:spPr/>
      <dgm:t>
        <a:bodyPr/>
        <a:lstStyle/>
        <a:p>
          <a:r>
            <a:rPr lang="en-US"/>
            <a:t>Safer drugs delivered faster.</a:t>
          </a:r>
        </a:p>
      </dgm:t>
    </dgm:pt>
    <dgm:pt modelId="{CBF8E426-45EA-442A-8AD4-CF8825F5BE0B}" type="parTrans" cxnId="{99F54D1C-29B1-44E8-A912-F76B05DED28C}">
      <dgm:prSet/>
      <dgm:spPr/>
      <dgm:t>
        <a:bodyPr/>
        <a:lstStyle/>
        <a:p>
          <a:endParaRPr lang="en-US"/>
        </a:p>
      </dgm:t>
    </dgm:pt>
    <dgm:pt modelId="{F3A77576-4A3A-41E6-ABA3-529598567E17}" type="sibTrans" cxnId="{99F54D1C-29B1-44E8-A912-F76B05DED28C}">
      <dgm:prSet/>
      <dgm:spPr/>
      <dgm:t>
        <a:bodyPr/>
        <a:lstStyle/>
        <a:p>
          <a:endParaRPr lang="en-US"/>
        </a:p>
      </dgm:t>
    </dgm:pt>
    <dgm:pt modelId="{2BCF3B78-F910-48CD-953E-72DD173EDF7E}">
      <dgm:prSet/>
      <dgm:spPr/>
      <dgm:t>
        <a:bodyPr/>
        <a:lstStyle/>
        <a:p>
          <a:r>
            <a:rPr lang="en-US"/>
            <a:t>Reduced exposure to potentially harmful drugs in early trials.</a:t>
          </a:r>
        </a:p>
      </dgm:t>
    </dgm:pt>
    <dgm:pt modelId="{CC4E375C-D3FB-4BA6-8C1D-A4F62643781C}" type="parTrans" cxnId="{D49D26BA-A10B-4717-91F9-300C0F67B5C4}">
      <dgm:prSet/>
      <dgm:spPr/>
      <dgm:t>
        <a:bodyPr/>
        <a:lstStyle/>
        <a:p>
          <a:endParaRPr lang="en-US"/>
        </a:p>
      </dgm:t>
    </dgm:pt>
    <dgm:pt modelId="{2DB858A6-79F3-4227-BE78-958423B27542}" type="sibTrans" cxnId="{D49D26BA-A10B-4717-91F9-300C0F67B5C4}">
      <dgm:prSet/>
      <dgm:spPr/>
      <dgm:t>
        <a:bodyPr/>
        <a:lstStyle/>
        <a:p>
          <a:endParaRPr lang="en-US"/>
        </a:p>
      </dgm:t>
    </dgm:pt>
    <dgm:pt modelId="{6FC93332-9C25-4360-92FF-2D43D7A46469}" type="pres">
      <dgm:prSet presAssocID="{130B83EF-A7DA-4D7A-A448-D7191BA677AD}" presName="Name0" presStyleCnt="0">
        <dgm:presLayoutVars>
          <dgm:dir/>
          <dgm:resizeHandles val="exact"/>
        </dgm:presLayoutVars>
      </dgm:prSet>
      <dgm:spPr/>
    </dgm:pt>
    <dgm:pt modelId="{196852DF-6C77-428B-98BE-DBC3AC34C282}" type="pres">
      <dgm:prSet presAssocID="{2234646F-F2A4-4138-AE6E-8B8C2B981549}" presName="node" presStyleLbl="node1" presStyleIdx="0" presStyleCnt="10">
        <dgm:presLayoutVars>
          <dgm:bulletEnabled val="1"/>
        </dgm:presLayoutVars>
      </dgm:prSet>
      <dgm:spPr/>
    </dgm:pt>
    <dgm:pt modelId="{0BFB85A8-E3C3-49D9-BC67-BBBB2E25C0E8}" type="pres">
      <dgm:prSet presAssocID="{842A60ED-C037-4876-AB17-0AC4C5F868B5}" presName="sibTrans" presStyleLbl="sibTrans1D1" presStyleIdx="0" presStyleCnt="9"/>
      <dgm:spPr/>
    </dgm:pt>
    <dgm:pt modelId="{E499B42B-0838-48A9-B9E9-003182A6A9C3}" type="pres">
      <dgm:prSet presAssocID="{842A60ED-C037-4876-AB17-0AC4C5F868B5}" presName="connectorText" presStyleLbl="sibTrans1D1" presStyleIdx="0" presStyleCnt="9"/>
      <dgm:spPr/>
    </dgm:pt>
    <dgm:pt modelId="{73B49D2B-F048-42DB-836A-BB8765032578}" type="pres">
      <dgm:prSet presAssocID="{A5D4F643-8F57-4CEB-B452-8BAAB90D88C2}" presName="node" presStyleLbl="node1" presStyleIdx="1" presStyleCnt="10">
        <dgm:presLayoutVars>
          <dgm:bulletEnabled val="1"/>
        </dgm:presLayoutVars>
      </dgm:prSet>
      <dgm:spPr/>
    </dgm:pt>
    <dgm:pt modelId="{F0BB9ACE-A897-4E32-B9CD-768A3A3D3C85}" type="pres">
      <dgm:prSet presAssocID="{361B150B-EDC0-4A17-976D-9D22265C8D79}" presName="sibTrans" presStyleLbl="sibTrans1D1" presStyleIdx="1" presStyleCnt="9"/>
      <dgm:spPr/>
    </dgm:pt>
    <dgm:pt modelId="{9456B154-D4CE-4512-BBEA-AEBE7E2E9D21}" type="pres">
      <dgm:prSet presAssocID="{361B150B-EDC0-4A17-976D-9D22265C8D79}" presName="connectorText" presStyleLbl="sibTrans1D1" presStyleIdx="1" presStyleCnt="9"/>
      <dgm:spPr/>
    </dgm:pt>
    <dgm:pt modelId="{126D8E3B-A307-435F-B28F-9532F799D683}" type="pres">
      <dgm:prSet presAssocID="{04752406-DF46-45CF-8616-4E9A89991629}" presName="node" presStyleLbl="node1" presStyleIdx="2" presStyleCnt="10">
        <dgm:presLayoutVars>
          <dgm:bulletEnabled val="1"/>
        </dgm:presLayoutVars>
      </dgm:prSet>
      <dgm:spPr/>
    </dgm:pt>
    <dgm:pt modelId="{1450F0C1-B8FD-4864-9BD0-3D26A5AA1C4D}" type="pres">
      <dgm:prSet presAssocID="{A515B802-B916-434E-A46B-4847BD558E11}" presName="sibTrans" presStyleLbl="sibTrans1D1" presStyleIdx="2" presStyleCnt="9"/>
      <dgm:spPr/>
    </dgm:pt>
    <dgm:pt modelId="{1CA1EB23-A7FA-44C0-A6BA-D2562BA308A6}" type="pres">
      <dgm:prSet presAssocID="{A515B802-B916-434E-A46B-4847BD558E11}" presName="connectorText" presStyleLbl="sibTrans1D1" presStyleIdx="2" presStyleCnt="9"/>
      <dgm:spPr/>
    </dgm:pt>
    <dgm:pt modelId="{F32E88B1-009E-4B4D-8FC7-5DEEE27A741F}" type="pres">
      <dgm:prSet presAssocID="{0B88D133-A5D7-4424-AE0F-721C66D1ACB5}" presName="node" presStyleLbl="node1" presStyleIdx="3" presStyleCnt="10">
        <dgm:presLayoutVars>
          <dgm:bulletEnabled val="1"/>
        </dgm:presLayoutVars>
      </dgm:prSet>
      <dgm:spPr/>
    </dgm:pt>
    <dgm:pt modelId="{E1C0E069-8CD9-4E63-A14E-2642ED7B91B2}" type="pres">
      <dgm:prSet presAssocID="{6323198B-FADB-40C9-824B-782774402C9F}" presName="sibTrans" presStyleLbl="sibTrans1D1" presStyleIdx="3" presStyleCnt="9"/>
      <dgm:spPr/>
    </dgm:pt>
    <dgm:pt modelId="{1C12A6C3-6A04-4CD4-B4AA-98E422215E12}" type="pres">
      <dgm:prSet presAssocID="{6323198B-FADB-40C9-824B-782774402C9F}" presName="connectorText" presStyleLbl="sibTrans1D1" presStyleIdx="3" presStyleCnt="9"/>
      <dgm:spPr/>
    </dgm:pt>
    <dgm:pt modelId="{DC648774-A5EE-4A08-AE0A-1D2FF37CA5B9}" type="pres">
      <dgm:prSet presAssocID="{E7B0371E-FB64-4FBE-8A85-42403678855C}" presName="node" presStyleLbl="node1" presStyleIdx="4" presStyleCnt="10">
        <dgm:presLayoutVars>
          <dgm:bulletEnabled val="1"/>
        </dgm:presLayoutVars>
      </dgm:prSet>
      <dgm:spPr/>
    </dgm:pt>
    <dgm:pt modelId="{D9DB588F-F3D4-47CE-9948-0B6222849458}" type="pres">
      <dgm:prSet presAssocID="{758653B3-30CC-46AE-BF7F-73985720FDD8}" presName="sibTrans" presStyleLbl="sibTrans1D1" presStyleIdx="4" presStyleCnt="9"/>
      <dgm:spPr/>
    </dgm:pt>
    <dgm:pt modelId="{3A69DF09-889B-41E9-9360-5715AE63B866}" type="pres">
      <dgm:prSet presAssocID="{758653B3-30CC-46AE-BF7F-73985720FDD8}" presName="connectorText" presStyleLbl="sibTrans1D1" presStyleIdx="4" presStyleCnt="9"/>
      <dgm:spPr/>
    </dgm:pt>
    <dgm:pt modelId="{E657CC18-C3B6-4998-962A-EA5F21F13934}" type="pres">
      <dgm:prSet presAssocID="{0403FDE6-8126-4D37-88DE-7CAAD6EC2331}" presName="node" presStyleLbl="node1" presStyleIdx="5" presStyleCnt="10">
        <dgm:presLayoutVars>
          <dgm:bulletEnabled val="1"/>
        </dgm:presLayoutVars>
      </dgm:prSet>
      <dgm:spPr/>
    </dgm:pt>
    <dgm:pt modelId="{EB2C7C8A-A72C-455C-8CF9-B9549CB43353}" type="pres">
      <dgm:prSet presAssocID="{6E0CD95A-88CF-4EE7-B633-DFD09699A96F}" presName="sibTrans" presStyleLbl="sibTrans1D1" presStyleIdx="5" presStyleCnt="9"/>
      <dgm:spPr/>
    </dgm:pt>
    <dgm:pt modelId="{B79298EF-FBDA-41B3-AB2F-54628F719AE7}" type="pres">
      <dgm:prSet presAssocID="{6E0CD95A-88CF-4EE7-B633-DFD09699A96F}" presName="connectorText" presStyleLbl="sibTrans1D1" presStyleIdx="5" presStyleCnt="9"/>
      <dgm:spPr/>
    </dgm:pt>
    <dgm:pt modelId="{E22321D3-43D5-447D-A70E-BCC81ADD5203}" type="pres">
      <dgm:prSet presAssocID="{CD422BB7-F39A-44FD-8C71-73EFCECABAC8}" presName="node" presStyleLbl="node1" presStyleIdx="6" presStyleCnt="10">
        <dgm:presLayoutVars>
          <dgm:bulletEnabled val="1"/>
        </dgm:presLayoutVars>
      </dgm:prSet>
      <dgm:spPr/>
    </dgm:pt>
    <dgm:pt modelId="{6D60C16C-EFAC-4810-841A-8853369F8E0A}" type="pres">
      <dgm:prSet presAssocID="{753BC9CD-EF68-4E2E-98D6-8CB276CFD08A}" presName="sibTrans" presStyleLbl="sibTrans1D1" presStyleIdx="6" presStyleCnt="9"/>
      <dgm:spPr/>
    </dgm:pt>
    <dgm:pt modelId="{14E6ADDB-D897-45C0-8B1F-2768E1585AA6}" type="pres">
      <dgm:prSet presAssocID="{753BC9CD-EF68-4E2E-98D6-8CB276CFD08A}" presName="connectorText" presStyleLbl="sibTrans1D1" presStyleIdx="6" presStyleCnt="9"/>
      <dgm:spPr/>
    </dgm:pt>
    <dgm:pt modelId="{F98FB029-D2B2-4DE9-B1D2-80D438FDFC62}" type="pres">
      <dgm:prSet presAssocID="{E8073767-3B90-4EC9-A769-19CA48DC6867}" presName="node" presStyleLbl="node1" presStyleIdx="7" presStyleCnt="10">
        <dgm:presLayoutVars>
          <dgm:bulletEnabled val="1"/>
        </dgm:presLayoutVars>
      </dgm:prSet>
      <dgm:spPr/>
    </dgm:pt>
    <dgm:pt modelId="{A135CECB-6A48-4FE6-8178-BC41934A73E7}" type="pres">
      <dgm:prSet presAssocID="{C03AFDF0-1ACB-4CFD-B88A-6D0002B02E0A}" presName="sibTrans" presStyleLbl="sibTrans1D1" presStyleIdx="7" presStyleCnt="9"/>
      <dgm:spPr/>
    </dgm:pt>
    <dgm:pt modelId="{FC5B9754-C2DA-414A-A23D-B4B3E0FF047B}" type="pres">
      <dgm:prSet presAssocID="{C03AFDF0-1ACB-4CFD-B88A-6D0002B02E0A}" presName="connectorText" presStyleLbl="sibTrans1D1" presStyleIdx="7" presStyleCnt="9"/>
      <dgm:spPr/>
    </dgm:pt>
    <dgm:pt modelId="{63B3A7D4-C0C5-43CC-9BBB-CB50A8AB1E0B}" type="pres">
      <dgm:prSet presAssocID="{242E7948-548B-4484-8C8F-295A7584DD87}" presName="node" presStyleLbl="node1" presStyleIdx="8" presStyleCnt="10">
        <dgm:presLayoutVars>
          <dgm:bulletEnabled val="1"/>
        </dgm:presLayoutVars>
      </dgm:prSet>
      <dgm:spPr/>
    </dgm:pt>
    <dgm:pt modelId="{214281BD-2827-4E07-BD2E-177CC58F242C}" type="pres">
      <dgm:prSet presAssocID="{F3A77576-4A3A-41E6-ABA3-529598567E17}" presName="sibTrans" presStyleLbl="sibTrans1D1" presStyleIdx="8" presStyleCnt="9"/>
      <dgm:spPr/>
    </dgm:pt>
    <dgm:pt modelId="{D29E1E01-7DC8-4744-B771-1941EA399FC4}" type="pres">
      <dgm:prSet presAssocID="{F3A77576-4A3A-41E6-ABA3-529598567E17}" presName="connectorText" presStyleLbl="sibTrans1D1" presStyleIdx="8" presStyleCnt="9"/>
      <dgm:spPr/>
    </dgm:pt>
    <dgm:pt modelId="{BF5AE69D-FA0C-4573-8690-F3B49E56FE86}" type="pres">
      <dgm:prSet presAssocID="{2BCF3B78-F910-48CD-953E-72DD173EDF7E}" presName="node" presStyleLbl="node1" presStyleIdx="9" presStyleCnt="10">
        <dgm:presLayoutVars>
          <dgm:bulletEnabled val="1"/>
        </dgm:presLayoutVars>
      </dgm:prSet>
      <dgm:spPr/>
    </dgm:pt>
  </dgm:ptLst>
  <dgm:cxnLst>
    <dgm:cxn modelId="{9BD40702-83D1-4F1C-8D5C-124826C8A640}" type="presOf" srcId="{F3A77576-4A3A-41E6-ABA3-529598567E17}" destId="{214281BD-2827-4E07-BD2E-177CC58F242C}" srcOrd="0" destOrd="0" presId="urn:microsoft.com/office/officeart/2016/7/layout/RepeatingBendingProcessNew"/>
    <dgm:cxn modelId="{BD2B5A03-BD34-458A-AD09-38968C9384CE}" type="presOf" srcId="{C03AFDF0-1ACB-4CFD-B88A-6D0002B02E0A}" destId="{FC5B9754-C2DA-414A-A23D-B4B3E0FF047B}" srcOrd="1" destOrd="0" presId="urn:microsoft.com/office/officeart/2016/7/layout/RepeatingBendingProcessNew"/>
    <dgm:cxn modelId="{B0294D04-F1E3-4638-B13F-65563DFC3709}" type="presOf" srcId="{A515B802-B916-434E-A46B-4847BD558E11}" destId="{1450F0C1-B8FD-4864-9BD0-3D26A5AA1C4D}" srcOrd="0" destOrd="0" presId="urn:microsoft.com/office/officeart/2016/7/layout/RepeatingBendingProcessNew"/>
    <dgm:cxn modelId="{8EE8BA04-E11E-4A17-A68A-9CBB99F02409}" type="presOf" srcId="{758653B3-30CC-46AE-BF7F-73985720FDD8}" destId="{D9DB588F-F3D4-47CE-9948-0B6222849458}" srcOrd="0" destOrd="0" presId="urn:microsoft.com/office/officeart/2016/7/layout/RepeatingBendingProcessNew"/>
    <dgm:cxn modelId="{CB5E4E09-E65C-4F38-9722-BB984312645C}" type="presOf" srcId="{361B150B-EDC0-4A17-976D-9D22265C8D79}" destId="{9456B154-D4CE-4512-BBEA-AEBE7E2E9D21}" srcOrd="1" destOrd="0" presId="urn:microsoft.com/office/officeart/2016/7/layout/RepeatingBendingProcessNew"/>
    <dgm:cxn modelId="{99F54D1C-29B1-44E8-A912-F76B05DED28C}" srcId="{130B83EF-A7DA-4D7A-A448-D7191BA677AD}" destId="{242E7948-548B-4484-8C8F-295A7584DD87}" srcOrd="8" destOrd="0" parTransId="{CBF8E426-45EA-442A-8AD4-CF8825F5BE0B}" sibTransId="{F3A77576-4A3A-41E6-ABA3-529598567E17}"/>
    <dgm:cxn modelId="{D5B5EA1E-9EA9-47E6-A44C-59D7C3443E0D}" type="presOf" srcId="{758653B3-30CC-46AE-BF7F-73985720FDD8}" destId="{3A69DF09-889B-41E9-9360-5715AE63B866}" srcOrd="1" destOrd="0" presId="urn:microsoft.com/office/officeart/2016/7/layout/RepeatingBendingProcessNew"/>
    <dgm:cxn modelId="{B0556B24-60D5-4783-9D81-2AD4E3E974EA}" srcId="{130B83EF-A7DA-4D7A-A448-D7191BA677AD}" destId="{0B88D133-A5D7-4424-AE0F-721C66D1ACB5}" srcOrd="3" destOrd="0" parTransId="{D4A0DCF0-526A-4F33-A744-C2BA8B95620F}" sibTransId="{6323198B-FADB-40C9-824B-782774402C9F}"/>
    <dgm:cxn modelId="{E0033228-3998-44E5-A21A-9E43BFCA06C2}" srcId="{130B83EF-A7DA-4D7A-A448-D7191BA677AD}" destId="{E7B0371E-FB64-4FBE-8A85-42403678855C}" srcOrd="4" destOrd="0" parTransId="{7C688362-3FCD-44B6-BE8A-0A9AA37AA927}" sibTransId="{758653B3-30CC-46AE-BF7F-73985720FDD8}"/>
    <dgm:cxn modelId="{3B8C4D32-DF2D-4675-B632-D69882484A7E}" type="presOf" srcId="{A5D4F643-8F57-4CEB-B452-8BAAB90D88C2}" destId="{73B49D2B-F048-42DB-836A-BB8765032578}" srcOrd="0" destOrd="0" presId="urn:microsoft.com/office/officeart/2016/7/layout/RepeatingBendingProcessNew"/>
    <dgm:cxn modelId="{EF6D2733-2D89-4BB1-9A0D-CB887589FCD5}" srcId="{130B83EF-A7DA-4D7A-A448-D7191BA677AD}" destId="{E8073767-3B90-4EC9-A769-19CA48DC6867}" srcOrd="7" destOrd="0" parTransId="{9EB3CF8F-63C7-4D8E-9F93-D734088FFD39}" sibTransId="{C03AFDF0-1ACB-4CFD-B88A-6D0002B02E0A}"/>
    <dgm:cxn modelId="{0F934737-A0B3-47C5-8D3B-2B3334D0BE0D}" type="presOf" srcId="{A515B802-B916-434E-A46B-4847BD558E11}" destId="{1CA1EB23-A7FA-44C0-A6BA-D2562BA308A6}" srcOrd="1" destOrd="0" presId="urn:microsoft.com/office/officeart/2016/7/layout/RepeatingBendingProcessNew"/>
    <dgm:cxn modelId="{191E113F-DECE-4997-92B3-1863511A666D}" type="presOf" srcId="{842A60ED-C037-4876-AB17-0AC4C5F868B5}" destId="{0BFB85A8-E3C3-49D9-BC67-BBBB2E25C0E8}" srcOrd="0" destOrd="0" presId="urn:microsoft.com/office/officeart/2016/7/layout/RepeatingBendingProcessNew"/>
    <dgm:cxn modelId="{DFB2BE5B-F9F8-4DF1-8DA0-DCB07691CD70}" type="presOf" srcId="{753BC9CD-EF68-4E2E-98D6-8CB276CFD08A}" destId="{14E6ADDB-D897-45C0-8B1F-2768E1585AA6}" srcOrd="1" destOrd="0" presId="urn:microsoft.com/office/officeart/2016/7/layout/RepeatingBendingProcessNew"/>
    <dgm:cxn modelId="{9C30635E-A891-4F39-844C-E2C5FCA575A0}" srcId="{130B83EF-A7DA-4D7A-A448-D7191BA677AD}" destId="{0403FDE6-8126-4D37-88DE-7CAAD6EC2331}" srcOrd="5" destOrd="0" parTransId="{0F81D72D-A142-4092-8803-7D154962AE1E}" sibTransId="{6E0CD95A-88CF-4EE7-B633-DFD09699A96F}"/>
    <dgm:cxn modelId="{1BEB2D45-B99A-42F3-9AB9-C3494A792F3A}" type="presOf" srcId="{242E7948-548B-4484-8C8F-295A7584DD87}" destId="{63B3A7D4-C0C5-43CC-9BBB-CB50A8AB1E0B}" srcOrd="0" destOrd="0" presId="urn:microsoft.com/office/officeart/2016/7/layout/RepeatingBendingProcessNew"/>
    <dgm:cxn modelId="{6386624B-C3F0-4985-B296-9768F71376EE}" type="presOf" srcId="{F3A77576-4A3A-41E6-ABA3-529598567E17}" destId="{D29E1E01-7DC8-4744-B771-1941EA399FC4}" srcOrd="1" destOrd="0" presId="urn:microsoft.com/office/officeart/2016/7/layout/RepeatingBendingProcessNew"/>
    <dgm:cxn modelId="{655C2870-9DBB-4E88-AC52-C7301D62CB5C}" type="presOf" srcId="{6E0CD95A-88CF-4EE7-B633-DFD09699A96F}" destId="{EB2C7C8A-A72C-455C-8CF9-B9549CB43353}" srcOrd="0" destOrd="0" presId="urn:microsoft.com/office/officeart/2016/7/layout/RepeatingBendingProcessNew"/>
    <dgm:cxn modelId="{D5CD4579-10D8-4307-8709-2ADE70B537F7}" type="presOf" srcId="{130B83EF-A7DA-4D7A-A448-D7191BA677AD}" destId="{6FC93332-9C25-4360-92FF-2D43D7A46469}" srcOrd="0" destOrd="0" presId="urn:microsoft.com/office/officeart/2016/7/layout/RepeatingBendingProcessNew"/>
    <dgm:cxn modelId="{586E688D-3359-437A-AF90-E979E7B49D78}" type="presOf" srcId="{753BC9CD-EF68-4E2E-98D6-8CB276CFD08A}" destId="{6D60C16C-EFAC-4810-841A-8853369F8E0A}" srcOrd="0" destOrd="0" presId="urn:microsoft.com/office/officeart/2016/7/layout/RepeatingBendingProcessNew"/>
    <dgm:cxn modelId="{C2EF918E-20F4-4731-B228-7CE1C84CA9EB}" type="presOf" srcId="{CD422BB7-F39A-44FD-8C71-73EFCECABAC8}" destId="{E22321D3-43D5-447D-A70E-BCC81ADD5203}" srcOrd="0" destOrd="0" presId="urn:microsoft.com/office/officeart/2016/7/layout/RepeatingBendingProcessNew"/>
    <dgm:cxn modelId="{4AA62BA1-3C30-40B0-9D58-C23D27C0FADD}" srcId="{130B83EF-A7DA-4D7A-A448-D7191BA677AD}" destId="{2234646F-F2A4-4138-AE6E-8B8C2B981549}" srcOrd="0" destOrd="0" parTransId="{A2A1F6E0-7651-4121-A034-78A42BCFB44E}" sibTransId="{842A60ED-C037-4876-AB17-0AC4C5F868B5}"/>
    <dgm:cxn modelId="{36C2C9A8-1672-4012-802D-F7908FF69495}" type="presOf" srcId="{2234646F-F2A4-4138-AE6E-8B8C2B981549}" destId="{196852DF-6C77-428B-98BE-DBC3AC34C282}" srcOrd="0" destOrd="0" presId="urn:microsoft.com/office/officeart/2016/7/layout/RepeatingBendingProcessNew"/>
    <dgm:cxn modelId="{967E76B4-7DF9-4BB3-AB41-93D505313422}" type="presOf" srcId="{0403FDE6-8126-4D37-88DE-7CAAD6EC2331}" destId="{E657CC18-C3B6-4998-962A-EA5F21F13934}" srcOrd="0" destOrd="0" presId="urn:microsoft.com/office/officeart/2016/7/layout/RepeatingBendingProcessNew"/>
    <dgm:cxn modelId="{308EA9B4-875B-41FB-B279-715B359ADEE3}" srcId="{130B83EF-A7DA-4D7A-A448-D7191BA677AD}" destId="{04752406-DF46-45CF-8616-4E9A89991629}" srcOrd="2" destOrd="0" parTransId="{19F7FAE1-B58A-4D56-B950-EA1D6B7D83AC}" sibTransId="{A515B802-B916-434E-A46B-4847BD558E11}"/>
    <dgm:cxn modelId="{6AC431B8-E41B-4176-A6FA-9485B1CBBC01}" srcId="{130B83EF-A7DA-4D7A-A448-D7191BA677AD}" destId="{CD422BB7-F39A-44FD-8C71-73EFCECABAC8}" srcOrd="6" destOrd="0" parTransId="{0FCB1E2A-A419-4088-B2EC-53114BCAC53C}" sibTransId="{753BC9CD-EF68-4E2E-98D6-8CB276CFD08A}"/>
    <dgm:cxn modelId="{D49D26BA-A10B-4717-91F9-300C0F67B5C4}" srcId="{130B83EF-A7DA-4D7A-A448-D7191BA677AD}" destId="{2BCF3B78-F910-48CD-953E-72DD173EDF7E}" srcOrd="9" destOrd="0" parTransId="{CC4E375C-D3FB-4BA6-8C1D-A4F62643781C}" sibTransId="{2DB858A6-79F3-4227-BE78-958423B27542}"/>
    <dgm:cxn modelId="{8F9BA3BD-DD30-4951-A5D3-D86E904C1AC6}" type="presOf" srcId="{2BCF3B78-F910-48CD-953E-72DD173EDF7E}" destId="{BF5AE69D-FA0C-4573-8690-F3B49E56FE86}" srcOrd="0" destOrd="0" presId="urn:microsoft.com/office/officeart/2016/7/layout/RepeatingBendingProcessNew"/>
    <dgm:cxn modelId="{4F6AB4CB-6CED-40EB-9E23-88D017383095}" type="presOf" srcId="{6323198B-FADB-40C9-824B-782774402C9F}" destId="{1C12A6C3-6A04-4CD4-B4AA-98E422215E12}" srcOrd="1" destOrd="0" presId="urn:microsoft.com/office/officeart/2016/7/layout/RepeatingBendingProcessNew"/>
    <dgm:cxn modelId="{777E57CF-F4B0-4D66-869B-248BDD101228}" type="presOf" srcId="{6323198B-FADB-40C9-824B-782774402C9F}" destId="{E1C0E069-8CD9-4E63-A14E-2642ED7B91B2}" srcOrd="0" destOrd="0" presId="urn:microsoft.com/office/officeart/2016/7/layout/RepeatingBendingProcessNew"/>
    <dgm:cxn modelId="{42B799D8-6456-4C3D-ADBE-A9C761937619}" type="presOf" srcId="{6E0CD95A-88CF-4EE7-B633-DFD09699A96F}" destId="{B79298EF-FBDA-41B3-AB2F-54628F719AE7}" srcOrd="1" destOrd="0" presId="urn:microsoft.com/office/officeart/2016/7/layout/RepeatingBendingProcessNew"/>
    <dgm:cxn modelId="{F68456DA-1BD4-43C5-B141-DFC8575D5391}" type="presOf" srcId="{04752406-DF46-45CF-8616-4E9A89991629}" destId="{126D8E3B-A307-435F-B28F-9532F799D683}" srcOrd="0" destOrd="0" presId="urn:microsoft.com/office/officeart/2016/7/layout/RepeatingBendingProcessNew"/>
    <dgm:cxn modelId="{2814D3DE-2DD4-4C5D-8D50-FECE4A2D37D7}" type="presOf" srcId="{E8073767-3B90-4EC9-A769-19CA48DC6867}" destId="{F98FB029-D2B2-4DE9-B1D2-80D438FDFC62}" srcOrd="0" destOrd="0" presId="urn:microsoft.com/office/officeart/2016/7/layout/RepeatingBendingProcessNew"/>
    <dgm:cxn modelId="{B65D76E5-C257-4966-92CE-A4E1F6D0E867}" type="presOf" srcId="{C03AFDF0-1ACB-4CFD-B88A-6D0002B02E0A}" destId="{A135CECB-6A48-4FE6-8178-BC41934A73E7}" srcOrd="0" destOrd="0" presId="urn:microsoft.com/office/officeart/2016/7/layout/RepeatingBendingProcessNew"/>
    <dgm:cxn modelId="{C9090CE7-32B9-4CFD-BFB3-EB189E367BBC}" srcId="{130B83EF-A7DA-4D7A-A448-D7191BA677AD}" destId="{A5D4F643-8F57-4CEB-B452-8BAAB90D88C2}" srcOrd="1" destOrd="0" parTransId="{F7AEDAAB-6A00-41C2-A97C-608467203C9D}" sibTransId="{361B150B-EDC0-4A17-976D-9D22265C8D79}"/>
    <dgm:cxn modelId="{0F2F11F2-E6BA-42D3-8DB1-86993ACECDCF}" type="presOf" srcId="{361B150B-EDC0-4A17-976D-9D22265C8D79}" destId="{F0BB9ACE-A897-4E32-B9CD-768A3A3D3C85}" srcOrd="0" destOrd="0" presId="urn:microsoft.com/office/officeart/2016/7/layout/RepeatingBendingProcessNew"/>
    <dgm:cxn modelId="{AF8C7EF3-0587-4559-BB4D-C897091013F8}" type="presOf" srcId="{E7B0371E-FB64-4FBE-8A85-42403678855C}" destId="{DC648774-A5EE-4A08-AE0A-1D2FF37CA5B9}" srcOrd="0" destOrd="0" presId="urn:microsoft.com/office/officeart/2016/7/layout/RepeatingBendingProcessNew"/>
    <dgm:cxn modelId="{0E0D23F5-32FF-4C0E-A581-FB82068B0CF4}" type="presOf" srcId="{0B88D133-A5D7-4424-AE0F-721C66D1ACB5}" destId="{F32E88B1-009E-4B4D-8FC7-5DEEE27A741F}" srcOrd="0" destOrd="0" presId="urn:microsoft.com/office/officeart/2016/7/layout/RepeatingBendingProcessNew"/>
    <dgm:cxn modelId="{0530ABF6-8BB8-4250-95AE-C0E2BD782DF1}" type="presOf" srcId="{842A60ED-C037-4876-AB17-0AC4C5F868B5}" destId="{E499B42B-0838-48A9-B9E9-003182A6A9C3}" srcOrd="1" destOrd="0" presId="urn:microsoft.com/office/officeart/2016/7/layout/RepeatingBendingProcessNew"/>
    <dgm:cxn modelId="{AF4EF161-7594-4CC9-9F73-9E3FAE7454C8}" type="presParOf" srcId="{6FC93332-9C25-4360-92FF-2D43D7A46469}" destId="{196852DF-6C77-428B-98BE-DBC3AC34C282}" srcOrd="0" destOrd="0" presId="urn:microsoft.com/office/officeart/2016/7/layout/RepeatingBendingProcessNew"/>
    <dgm:cxn modelId="{C62F8BF6-798A-4A1D-BB1E-4CD4E93B7550}" type="presParOf" srcId="{6FC93332-9C25-4360-92FF-2D43D7A46469}" destId="{0BFB85A8-E3C3-49D9-BC67-BBBB2E25C0E8}" srcOrd="1" destOrd="0" presId="urn:microsoft.com/office/officeart/2016/7/layout/RepeatingBendingProcessNew"/>
    <dgm:cxn modelId="{6A76F9C6-DC4A-4052-A083-AE515397FE4D}" type="presParOf" srcId="{0BFB85A8-E3C3-49D9-BC67-BBBB2E25C0E8}" destId="{E499B42B-0838-48A9-B9E9-003182A6A9C3}" srcOrd="0" destOrd="0" presId="urn:microsoft.com/office/officeart/2016/7/layout/RepeatingBendingProcessNew"/>
    <dgm:cxn modelId="{240FE751-AAA9-4344-91B0-ACE0ECA842B9}" type="presParOf" srcId="{6FC93332-9C25-4360-92FF-2D43D7A46469}" destId="{73B49D2B-F048-42DB-836A-BB8765032578}" srcOrd="2" destOrd="0" presId="urn:microsoft.com/office/officeart/2016/7/layout/RepeatingBendingProcessNew"/>
    <dgm:cxn modelId="{EAA6FF3E-D6A5-41BA-8834-1D3C16CE1F72}" type="presParOf" srcId="{6FC93332-9C25-4360-92FF-2D43D7A46469}" destId="{F0BB9ACE-A897-4E32-B9CD-768A3A3D3C85}" srcOrd="3" destOrd="0" presId="urn:microsoft.com/office/officeart/2016/7/layout/RepeatingBendingProcessNew"/>
    <dgm:cxn modelId="{BF8F8E18-422E-4752-B248-5E97A9400E69}" type="presParOf" srcId="{F0BB9ACE-A897-4E32-B9CD-768A3A3D3C85}" destId="{9456B154-D4CE-4512-BBEA-AEBE7E2E9D21}" srcOrd="0" destOrd="0" presId="urn:microsoft.com/office/officeart/2016/7/layout/RepeatingBendingProcessNew"/>
    <dgm:cxn modelId="{7F339628-0048-493C-B7CB-7FE2116F9245}" type="presParOf" srcId="{6FC93332-9C25-4360-92FF-2D43D7A46469}" destId="{126D8E3B-A307-435F-B28F-9532F799D683}" srcOrd="4" destOrd="0" presId="urn:microsoft.com/office/officeart/2016/7/layout/RepeatingBendingProcessNew"/>
    <dgm:cxn modelId="{A6D32009-35C4-4666-A919-83AB036BB10A}" type="presParOf" srcId="{6FC93332-9C25-4360-92FF-2D43D7A46469}" destId="{1450F0C1-B8FD-4864-9BD0-3D26A5AA1C4D}" srcOrd="5" destOrd="0" presId="urn:microsoft.com/office/officeart/2016/7/layout/RepeatingBendingProcessNew"/>
    <dgm:cxn modelId="{231DF366-F64B-4ED4-B08D-342F6348895E}" type="presParOf" srcId="{1450F0C1-B8FD-4864-9BD0-3D26A5AA1C4D}" destId="{1CA1EB23-A7FA-44C0-A6BA-D2562BA308A6}" srcOrd="0" destOrd="0" presId="urn:microsoft.com/office/officeart/2016/7/layout/RepeatingBendingProcessNew"/>
    <dgm:cxn modelId="{799A1924-9E8D-4B4D-B8B3-6F6B0DF1C2B5}" type="presParOf" srcId="{6FC93332-9C25-4360-92FF-2D43D7A46469}" destId="{F32E88B1-009E-4B4D-8FC7-5DEEE27A741F}" srcOrd="6" destOrd="0" presId="urn:microsoft.com/office/officeart/2016/7/layout/RepeatingBendingProcessNew"/>
    <dgm:cxn modelId="{E2C012FC-A17F-4D65-AD86-30D96051AE90}" type="presParOf" srcId="{6FC93332-9C25-4360-92FF-2D43D7A46469}" destId="{E1C0E069-8CD9-4E63-A14E-2642ED7B91B2}" srcOrd="7" destOrd="0" presId="urn:microsoft.com/office/officeart/2016/7/layout/RepeatingBendingProcessNew"/>
    <dgm:cxn modelId="{28E0B6B3-CED2-4553-A9F7-AB771552A27B}" type="presParOf" srcId="{E1C0E069-8CD9-4E63-A14E-2642ED7B91B2}" destId="{1C12A6C3-6A04-4CD4-B4AA-98E422215E12}" srcOrd="0" destOrd="0" presId="urn:microsoft.com/office/officeart/2016/7/layout/RepeatingBendingProcessNew"/>
    <dgm:cxn modelId="{8D61132D-90F1-4755-B678-FFB11ABB285F}" type="presParOf" srcId="{6FC93332-9C25-4360-92FF-2D43D7A46469}" destId="{DC648774-A5EE-4A08-AE0A-1D2FF37CA5B9}" srcOrd="8" destOrd="0" presId="urn:microsoft.com/office/officeart/2016/7/layout/RepeatingBendingProcessNew"/>
    <dgm:cxn modelId="{977DA305-A248-4074-BFB6-87ECD9C71E46}" type="presParOf" srcId="{6FC93332-9C25-4360-92FF-2D43D7A46469}" destId="{D9DB588F-F3D4-47CE-9948-0B6222849458}" srcOrd="9" destOrd="0" presId="urn:microsoft.com/office/officeart/2016/7/layout/RepeatingBendingProcessNew"/>
    <dgm:cxn modelId="{685F37A8-EBB0-4E06-88E1-C8BA247BA652}" type="presParOf" srcId="{D9DB588F-F3D4-47CE-9948-0B6222849458}" destId="{3A69DF09-889B-41E9-9360-5715AE63B866}" srcOrd="0" destOrd="0" presId="urn:microsoft.com/office/officeart/2016/7/layout/RepeatingBendingProcessNew"/>
    <dgm:cxn modelId="{121BA2D3-E5C2-4719-9AD0-E756ED4F6E7E}" type="presParOf" srcId="{6FC93332-9C25-4360-92FF-2D43D7A46469}" destId="{E657CC18-C3B6-4998-962A-EA5F21F13934}" srcOrd="10" destOrd="0" presId="urn:microsoft.com/office/officeart/2016/7/layout/RepeatingBendingProcessNew"/>
    <dgm:cxn modelId="{00C0F08A-8DDF-4763-8B91-02B7E44BE372}" type="presParOf" srcId="{6FC93332-9C25-4360-92FF-2D43D7A46469}" destId="{EB2C7C8A-A72C-455C-8CF9-B9549CB43353}" srcOrd="11" destOrd="0" presId="urn:microsoft.com/office/officeart/2016/7/layout/RepeatingBendingProcessNew"/>
    <dgm:cxn modelId="{E866D930-E0D6-408E-82FE-FB9D63C7C9C1}" type="presParOf" srcId="{EB2C7C8A-A72C-455C-8CF9-B9549CB43353}" destId="{B79298EF-FBDA-41B3-AB2F-54628F719AE7}" srcOrd="0" destOrd="0" presId="urn:microsoft.com/office/officeart/2016/7/layout/RepeatingBendingProcessNew"/>
    <dgm:cxn modelId="{7A5E5ECA-B7BC-4233-BF5D-897397F134E7}" type="presParOf" srcId="{6FC93332-9C25-4360-92FF-2D43D7A46469}" destId="{E22321D3-43D5-447D-A70E-BCC81ADD5203}" srcOrd="12" destOrd="0" presId="urn:microsoft.com/office/officeart/2016/7/layout/RepeatingBendingProcessNew"/>
    <dgm:cxn modelId="{41D04299-E1CF-4497-90D7-06E9023E8D2D}" type="presParOf" srcId="{6FC93332-9C25-4360-92FF-2D43D7A46469}" destId="{6D60C16C-EFAC-4810-841A-8853369F8E0A}" srcOrd="13" destOrd="0" presId="urn:microsoft.com/office/officeart/2016/7/layout/RepeatingBendingProcessNew"/>
    <dgm:cxn modelId="{F0C47C83-B0AD-4B84-AB3D-BBAEA8698658}" type="presParOf" srcId="{6D60C16C-EFAC-4810-841A-8853369F8E0A}" destId="{14E6ADDB-D897-45C0-8B1F-2768E1585AA6}" srcOrd="0" destOrd="0" presId="urn:microsoft.com/office/officeart/2016/7/layout/RepeatingBendingProcessNew"/>
    <dgm:cxn modelId="{BFDAF46D-F136-4032-9A31-1F5B6A975016}" type="presParOf" srcId="{6FC93332-9C25-4360-92FF-2D43D7A46469}" destId="{F98FB029-D2B2-4DE9-B1D2-80D438FDFC62}" srcOrd="14" destOrd="0" presId="urn:microsoft.com/office/officeart/2016/7/layout/RepeatingBendingProcessNew"/>
    <dgm:cxn modelId="{CBB13A23-E4CD-4AAF-9501-4F49C81F364C}" type="presParOf" srcId="{6FC93332-9C25-4360-92FF-2D43D7A46469}" destId="{A135CECB-6A48-4FE6-8178-BC41934A73E7}" srcOrd="15" destOrd="0" presId="urn:microsoft.com/office/officeart/2016/7/layout/RepeatingBendingProcessNew"/>
    <dgm:cxn modelId="{D64F2558-579C-4123-BF68-CC7A3C72F28F}" type="presParOf" srcId="{A135CECB-6A48-4FE6-8178-BC41934A73E7}" destId="{FC5B9754-C2DA-414A-A23D-B4B3E0FF047B}" srcOrd="0" destOrd="0" presId="urn:microsoft.com/office/officeart/2016/7/layout/RepeatingBendingProcessNew"/>
    <dgm:cxn modelId="{FD84B452-3576-4311-94C0-1353F26BAB8D}" type="presParOf" srcId="{6FC93332-9C25-4360-92FF-2D43D7A46469}" destId="{63B3A7D4-C0C5-43CC-9BBB-CB50A8AB1E0B}" srcOrd="16" destOrd="0" presId="urn:microsoft.com/office/officeart/2016/7/layout/RepeatingBendingProcessNew"/>
    <dgm:cxn modelId="{A54DAE2E-279A-4622-9104-5D698DD37542}" type="presParOf" srcId="{6FC93332-9C25-4360-92FF-2D43D7A46469}" destId="{214281BD-2827-4E07-BD2E-177CC58F242C}" srcOrd="17" destOrd="0" presId="urn:microsoft.com/office/officeart/2016/7/layout/RepeatingBendingProcessNew"/>
    <dgm:cxn modelId="{FB91AA95-4846-4D92-8DC3-DD93ACB7025C}" type="presParOf" srcId="{214281BD-2827-4E07-BD2E-177CC58F242C}" destId="{D29E1E01-7DC8-4744-B771-1941EA399FC4}" srcOrd="0" destOrd="0" presId="urn:microsoft.com/office/officeart/2016/7/layout/RepeatingBendingProcessNew"/>
    <dgm:cxn modelId="{68F2C41C-9FCD-41A5-BBFD-BA47B7311E22}" type="presParOf" srcId="{6FC93332-9C25-4360-92FF-2D43D7A46469}" destId="{BF5AE69D-FA0C-4573-8690-F3B49E56FE86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F3F7E5-8A21-4EC4-8DE0-D76F383876A1}">
      <dsp:nvSpPr>
        <dsp:cNvPr id="0" name=""/>
        <dsp:cNvSpPr/>
      </dsp:nvSpPr>
      <dsp:spPr>
        <a:xfrm>
          <a:off x="0" y="0"/>
          <a:ext cx="606774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C57CF-6032-41B6-8E96-C3E1DD08FABB}">
      <dsp:nvSpPr>
        <dsp:cNvPr id="0" name=""/>
        <dsp:cNvSpPr/>
      </dsp:nvSpPr>
      <dsp:spPr>
        <a:xfrm>
          <a:off x="0" y="0"/>
          <a:ext cx="6067741" cy="637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Andres C0931978</a:t>
          </a:r>
        </a:p>
      </dsp:txBody>
      <dsp:txXfrm>
        <a:off x="0" y="0"/>
        <a:ext cx="6067741" cy="637417"/>
      </dsp:txXfrm>
    </dsp:sp>
    <dsp:sp modelId="{9FCC799F-9C22-43BE-83B8-02E9F16A5489}">
      <dsp:nvSpPr>
        <dsp:cNvPr id="0" name=""/>
        <dsp:cNvSpPr/>
      </dsp:nvSpPr>
      <dsp:spPr>
        <a:xfrm>
          <a:off x="0" y="637417"/>
          <a:ext cx="606774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D641CE-651A-4405-84D4-2D73C39A8467}">
      <dsp:nvSpPr>
        <dsp:cNvPr id="0" name=""/>
        <dsp:cNvSpPr/>
      </dsp:nvSpPr>
      <dsp:spPr>
        <a:xfrm>
          <a:off x="0" y="637417"/>
          <a:ext cx="6067741" cy="637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Johan C0931102 </a:t>
          </a:r>
        </a:p>
      </dsp:txBody>
      <dsp:txXfrm>
        <a:off x="0" y="637417"/>
        <a:ext cx="6067741" cy="637417"/>
      </dsp:txXfrm>
    </dsp:sp>
    <dsp:sp modelId="{71F639FF-E2A3-444C-9080-3D2BCC271383}">
      <dsp:nvSpPr>
        <dsp:cNvPr id="0" name=""/>
        <dsp:cNvSpPr/>
      </dsp:nvSpPr>
      <dsp:spPr>
        <a:xfrm>
          <a:off x="0" y="1274834"/>
          <a:ext cx="606774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F31C0B-A793-46D7-B310-C4B2BFB74B79}">
      <dsp:nvSpPr>
        <dsp:cNvPr id="0" name=""/>
        <dsp:cNvSpPr/>
      </dsp:nvSpPr>
      <dsp:spPr>
        <a:xfrm>
          <a:off x="0" y="1274834"/>
          <a:ext cx="6067741" cy="637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Amandeep C0937432 </a:t>
          </a:r>
        </a:p>
      </dsp:txBody>
      <dsp:txXfrm>
        <a:off x="0" y="1274834"/>
        <a:ext cx="6067741" cy="637417"/>
      </dsp:txXfrm>
    </dsp:sp>
    <dsp:sp modelId="{73993911-52C7-4A82-8C5D-B04F549235F2}">
      <dsp:nvSpPr>
        <dsp:cNvPr id="0" name=""/>
        <dsp:cNvSpPr/>
      </dsp:nvSpPr>
      <dsp:spPr>
        <a:xfrm>
          <a:off x="0" y="1912251"/>
          <a:ext cx="606774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245E8D-E6ED-49DA-9617-BC154B640C68}">
      <dsp:nvSpPr>
        <dsp:cNvPr id="0" name=""/>
        <dsp:cNvSpPr/>
      </dsp:nvSpPr>
      <dsp:spPr>
        <a:xfrm>
          <a:off x="0" y="1912251"/>
          <a:ext cx="6067741" cy="637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Amita C0935607</a:t>
          </a:r>
        </a:p>
      </dsp:txBody>
      <dsp:txXfrm>
        <a:off x="0" y="1912251"/>
        <a:ext cx="6067741" cy="637417"/>
      </dsp:txXfrm>
    </dsp:sp>
    <dsp:sp modelId="{537E9EF8-7B57-4AA9-8CA0-9A8A3B38EECF}">
      <dsp:nvSpPr>
        <dsp:cNvPr id="0" name=""/>
        <dsp:cNvSpPr/>
      </dsp:nvSpPr>
      <dsp:spPr>
        <a:xfrm>
          <a:off x="0" y="2549668"/>
          <a:ext cx="606774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2EB5A-D7B7-4D2D-9C93-44B6885D66ED}">
      <dsp:nvSpPr>
        <dsp:cNvPr id="0" name=""/>
        <dsp:cNvSpPr/>
      </dsp:nvSpPr>
      <dsp:spPr>
        <a:xfrm>
          <a:off x="0" y="2549668"/>
          <a:ext cx="6067741" cy="637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Manjot C0938094 </a:t>
          </a:r>
        </a:p>
      </dsp:txBody>
      <dsp:txXfrm>
        <a:off x="0" y="2549668"/>
        <a:ext cx="6067741" cy="637417"/>
      </dsp:txXfrm>
    </dsp:sp>
    <dsp:sp modelId="{38C9742E-918A-44D3-AFC7-6524C80AA4E1}">
      <dsp:nvSpPr>
        <dsp:cNvPr id="0" name=""/>
        <dsp:cNvSpPr/>
      </dsp:nvSpPr>
      <dsp:spPr>
        <a:xfrm>
          <a:off x="0" y="3187085"/>
          <a:ext cx="606774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DB008C-3D5D-4A91-8B0E-DB624E24A1A3}">
      <dsp:nvSpPr>
        <dsp:cNvPr id="0" name=""/>
        <dsp:cNvSpPr/>
      </dsp:nvSpPr>
      <dsp:spPr>
        <a:xfrm>
          <a:off x="0" y="3187085"/>
          <a:ext cx="6067741" cy="637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Anju C0935847 </a:t>
          </a:r>
        </a:p>
      </dsp:txBody>
      <dsp:txXfrm>
        <a:off x="0" y="3187085"/>
        <a:ext cx="6067741" cy="637417"/>
      </dsp:txXfrm>
    </dsp:sp>
    <dsp:sp modelId="{251083D6-05CB-4554-A17A-0844AF49ABF0}">
      <dsp:nvSpPr>
        <dsp:cNvPr id="0" name=""/>
        <dsp:cNvSpPr/>
      </dsp:nvSpPr>
      <dsp:spPr>
        <a:xfrm>
          <a:off x="0" y="3824502"/>
          <a:ext cx="606774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9CF9C3-41DD-44B8-BC56-61060DC4E469}">
      <dsp:nvSpPr>
        <dsp:cNvPr id="0" name=""/>
        <dsp:cNvSpPr/>
      </dsp:nvSpPr>
      <dsp:spPr>
        <a:xfrm>
          <a:off x="0" y="3824502"/>
          <a:ext cx="6067741" cy="637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Sarita C0938516 </a:t>
          </a:r>
        </a:p>
      </dsp:txBody>
      <dsp:txXfrm>
        <a:off x="0" y="3824502"/>
        <a:ext cx="6067741" cy="637417"/>
      </dsp:txXfrm>
    </dsp:sp>
    <dsp:sp modelId="{8D48364F-6C82-4F69-AC99-E68A67F9C946}">
      <dsp:nvSpPr>
        <dsp:cNvPr id="0" name=""/>
        <dsp:cNvSpPr/>
      </dsp:nvSpPr>
      <dsp:spPr>
        <a:xfrm>
          <a:off x="0" y="4461919"/>
          <a:ext cx="606774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9D42F3-0FD5-465C-AC53-B1131E274FE5}">
      <dsp:nvSpPr>
        <dsp:cNvPr id="0" name=""/>
        <dsp:cNvSpPr/>
      </dsp:nvSpPr>
      <dsp:spPr>
        <a:xfrm>
          <a:off x="0" y="4461919"/>
          <a:ext cx="6067741" cy="637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Brian C0940439</a:t>
          </a:r>
        </a:p>
      </dsp:txBody>
      <dsp:txXfrm>
        <a:off x="0" y="4461919"/>
        <a:ext cx="6067741" cy="6374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FB85A8-E3C3-49D9-BC67-BBBB2E25C0E8}">
      <dsp:nvSpPr>
        <dsp:cNvPr id="0" name=""/>
        <dsp:cNvSpPr/>
      </dsp:nvSpPr>
      <dsp:spPr>
        <a:xfrm>
          <a:off x="2287400" y="707471"/>
          <a:ext cx="4954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542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21962" y="750561"/>
        <a:ext cx="26301" cy="5260"/>
      </dsp:txXfrm>
    </dsp:sp>
    <dsp:sp modelId="{196852DF-6C77-428B-98BE-DBC3AC34C282}">
      <dsp:nvSpPr>
        <dsp:cNvPr id="0" name=""/>
        <dsp:cNvSpPr/>
      </dsp:nvSpPr>
      <dsp:spPr>
        <a:xfrm>
          <a:off x="2135" y="67071"/>
          <a:ext cx="2287065" cy="1372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68" tIns="117635" rIns="112068" bIns="11763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Problem Statement:</a:t>
          </a:r>
          <a:endParaRPr lang="en-US" sz="1400" kern="1200"/>
        </a:p>
      </dsp:txBody>
      <dsp:txXfrm>
        <a:off x="2135" y="67071"/>
        <a:ext cx="2287065" cy="1372239"/>
      </dsp:txXfrm>
    </dsp:sp>
    <dsp:sp modelId="{F0BB9ACE-A897-4E32-B9CD-768A3A3D3C85}">
      <dsp:nvSpPr>
        <dsp:cNvPr id="0" name=""/>
        <dsp:cNvSpPr/>
      </dsp:nvSpPr>
      <dsp:spPr>
        <a:xfrm>
          <a:off x="5100490" y="707471"/>
          <a:ext cx="4954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542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35052" y="750561"/>
        <a:ext cx="26301" cy="5260"/>
      </dsp:txXfrm>
    </dsp:sp>
    <dsp:sp modelId="{73B49D2B-F048-42DB-836A-BB8765032578}">
      <dsp:nvSpPr>
        <dsp:cNvPr id="0" name=""/>
        <dsp:cNvSpPr/>
      </dsp:nvSpPr>
      <dsp:spPr>
        <a:xfrm>
          <a:off x="2815225" y="67071"/>
          <a:ext cx="2287065" cy="1372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68" tIns="117635" rIns="112068" bIns="11763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High Failure Rates Due to Toxicity: Up to 30% of drugs fail in clinical trials because of unforeseen toxic effects.</a:t>
          </a:r>
        </a:p>
      </dsp:txBody>
      <dsp:txXfrm>
        <a:off x="2815225" y="67071"/>
        <a:ext cx="2287065" cy="1372239"/>
      </dsp:txXfrm>
    </dsp:sp>
    <dsp:sp modelId="{1450F0C1-B8FD-4864-9BD0-3D26A5AA1C4D}">
      <dsp:nvSpPr>
        <dsp:cNvPr id="0" name=""/>
        <dsp:cNvSpPr/>
      </dsp:nvSpPr>
      <dsp:spPr>
        <a:xfrm>
          <a:off x="7913581" y="707471"/>
          <a:ext cx="4954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542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148143" y="750561"/>
        <a:ext cx="26301" cy="5260"/>
      </dsp:txXfrm>
    </dsp:sp>
    <dsp:sp modelId="{126D8E3B-A307-435F-B28F-9532F799D683}">
      <dsp:nvSpPr>
        <dsp:cNvPr id="0" name=""/>
        <dsp:cNvSpPr/>
      </dsp:nvSpPr>
      <dsp:spPr>
        <a:xfrm>
          <a:off x="5628316" y="67071"/>
          <a:ext cx="2287065" cy="1372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68" tIns="117635" rIns="112068" bIns="11763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Cost and Time Impact: Each failure can lead to significant delays and millions in additional costs.</a:t>
          </a:r>
        </a:p>
      </dsp:txBody>
      <dsp:txXfrm>
        <a:off x="5628316" y="67071"/>
        <a:ext cx="2287065" cy="1372239"/>
      </dsp:txXfrm>
    </dsp:sp>
    <dsp:sp modelId="{E1C0E069-8CD9-4E63-A14E-2642ED7B91B2}">
      <dsp:nvSpPr>
        <dsp:cNvPr id="0" name=""/>
        <dsp:cNvSpPr/>
      </dsp:nvSpPr>
      <dsp:spPr>
        <a:xfrm>
          <a:off x="1145667" y="1437510"/>
          <a:ext cx="8439271" cy="495425"/>
        </a:xfrm>
        <a:custGeom>
          <a:avLst/>
          <a:gdLst/>
          <a:ahLst/>
          <a:cxnLst/>
          <a:rect l="0" t="0" r="0" b="0"/>
          <a:pathLst>
            <a:path>
              <a:moveTo>
                <a:pt x="8439271" y="0"/>
              </a:moveTo>
              <a:lnTo>
                <a:pt x="8439271" y="264812"/>
              </a:lnTo>
              <a:lnTo>
                <a:pt x="0" y="264812"/>
              </a:lnTo>
              <a:lnTo>
                <a:pt x="0" y="495425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53912" y="1682593"/>
        <a:ext cx="422782" cy="5260"/>
      </dsp:txXfrm>
    </dsp:sp>
    <dsp:sp modelId="{F32E88B1-009E-4B4D-8FC7-5DEEE27A741F}">
      <dsp:nvSpPr>
        <dsp:cNvPr id="0" name=""/>
        <dsp:cNvSpPr/>
      </dsp:nvSpPr>
      <dsp:spPr>
        <a:xfrm>
          <a:off x="8441406" y="67071"/>
          <a:ext cx="2287065" cy="1372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68" tIns="117635" rIns="112068" bIns="11763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Why It Matters:</a:t>
          </a:r>
          <a:endParaRPr lang="en-US" sz="1400" kern="1200"/>
        </a:p>
      </dsp:txBody>
      <dsp:txXfrm>
        <a:off x="8441406" y="67071"/>
        <a:ext cx="2287065" cy="1372239"/>
      </dsp:txXfrm>
    </dsp:sp>
    <dsp:sp modelId="{D9DB588F-F3D4-47CE-9948-0B6222849458}">
      <dsp:nvSpPr>
        <dsp:cNvPr id="0" name=""/>
        <dsp:cNvSpPr/>
      </dsp:nvSpPr>
      <dsp:spPr>
        <a:xfrm>
          <a:off x="2287400" y="2605735"/>
          <a:ext cx="4954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542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21962" y="2648825"/>
        <a:ext cx="26301" cy="5260"/>
      </dsp:txXfrm>
    </dsp:sp>
    <dsp:sp modelId="{DC648774-A5EE-4A08-AE0A-1D2FF37CA5B9}">
      <dsp:nvSpPr>
        <dsp:cNvPr id="0" name=""/>
        <dsp:cNvSpPr/>
      </dsp:nvSpPr>
      <dsp:spPr>
        <a:xfrm>
          <a:off x="2135" y="1965335"/>
          <a:ext cx="2287065" cy="1372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68" tIns="117635" rIns="112068" bIns="11763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For Pharmaceutical Companies:</a:t>
          </a:r>
        </a:p>
      </dsp:txBody>
      <dsp:txXfrm>
        <a:off x="2135" y="1965335"/>
        <a:ext cx="2287065" cy="1372239"/>
      </dsp:txXfrm>
    </dsp:sp>
    <dsp:sp modelId="{EB2C7C8A-A72C-455C-8CF9-B9549CB43353}">
      <dsp:nvSpPr>
        <dsp:cNvPr id="0" name=""/>
        <dsp:cNvSpPr/>
      </dsp:nvSpPr>
      <dsp:spPr>
        <a:xfrm>
          <a:off x="5100490" y="2605735"/>
          <a:ext cx="4954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542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35052" y="2648825"/>
        <a:ext cx="26301" cy="5260"/>
      </dsp:txXfrm>
    </dsp:sp>
    <dsp:sp modelId="{E657CC18-C3B6-4998-962A-EA5F21F13934}">
      <dsp:nvSpPr>
        <dsp:cNvPr id="0" name=""/>
        <dsp:cNvSpPr/>
      </dsp:nvSpPr>
      <dsp:spPr>
        <a:xfrm>
          <a:off x="2815225" y="1965335"/>
          <a:ext cx="2287065" cy="1372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68" tIns="117635" rIns="112068" bIns="11763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Reducing trial failures could save billions and accelerate time to market.</a:t>
          </a:r>
        </a:p>
      </dsp:txBody>
      <dsp:txXfrm>
        <a:off x="2815225" y="1965335"/>
        <a:ext cx="2287065" cy="1372239"/>
      </dsp:txXfrm>
    </dsp:sp>
    <dsp:sp modelId="{6D60C16C-EFAC-4810-841A-8853369F8E0A}">
      <dsp:nvSpPr>
        <dsp:cNvPr id="0" name=""/>
        <dsp:cNvSpPr/>
      </dsp:nvSpPr>
      <dsp:spPr>
        <a:xfrm>
          <a:off x="7913581" y="2605735"/>
          <a:ext cx="4954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542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148143" y="2648825"/>
        <a:ext cx="26301" cy="5260"/>
      </dsp:txXfrm>
    </dsp:sp>
    <dsp:sp modelId="{E22321D3-43D5-447D-A70E-BCC81ADD5203}">
      <dsp:nvSpPr>
        <dsp:cNvPr id="0" name=""/>
        <dsp:cNvSpPr/>
      </dsp:nvSpPr>
      <dsp:spPr>
        <a:xfrm>
          <a:off x="5628316" y="1965335"/>
          <a:ext cx="2287065" cy="1372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68" tIns="117635" rIns="112068" bIns="11763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Early toxicity detection lowers risks and increases ROI.</a:t>
          </a:r>
        </a:p>
      </dsp:txBody>
      <dsp:txXfrm>
        <a:off x="5628316" y="1965335"/>
        <a:ext cx="2287065" cy="1372239"/>
      </dsp:txXfrm>
    </dsp:sp>
    <dsp:sp modelId="{A135CECB-6A48-4FE6-8178-BC41934A73E7}">
      <dsp:nvSpPr>
        <dsp:cNvPr id="0" name=""/>
        <dsp:cNvSpPr/>
      </dsp:nvSpPr>
      <dsp:spPr>
        <a:xfrm>
          <a:off x="1145667" y="3335775"/>
          <a:ext cx="8439271" cy="495425"/>
        </a:xfrm>
        <a:custGeom>
          <a:avLst/>
          <a:gdLst/>
          <a:ahLst/>
          <a:cxnLst/>
          <a:rect l="0" t="0" r="0" b="0"/>
          <a:pathLst>
            <a:path>
              <a:moveTo>
                <a:pt x="8439271" y="0"/>
              </a:moveTo>
              <a:lnTo>
                <a:pt x="8439271" y="264812"/>
              </a:lnTo>
              <a:lnTo>
                <a:pt x="0" y="264812"/>
              </a:lnTo>
              <a:lnTo>
                <a:pt x="0" y="495425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153912" y="3580857"/>
        <a:ext cx="422782" cy="5260"/>
      </dsp:txXfrm>
    </dsp:sp>
    <dsp:sp modelId="{F98FB029-D2B2-4DE9-B1D2-80D438FDFC62}">
      <dsp:nvSpPr>
        <dsp:cNvPr id="0" name=""/>
        <dsp:cNvSpPr/>
      </dsp:nvSpPr>
      <dsp:spPr>
        <a:xfrm>
          <a:off x="8441406" y="1965335"/>
          <a:ext cx="2287065" cy="1372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68" tIns="117635" rIns="112068" bIns="11763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For Patients:</a:t>
          </a:r>
          <a:endParaRPr lang="en-US" sz="1400" kern="1200"/>
        </a:p>
      </dsp:txBody>
      <dsp:txXfrm>
        <a:off x="8441406" y="1965335"/>
        <a:ext cx="2287065" cy="1372239"/>
      </dsp:txXfrm>
    </dsp:sp>
    <dsp:sp modelId="{214281BD-2827-4E07-BD2E-177CC58F242C}">
      <dsp:nvSpPr>
        <dsp:cNvPr id="0" name=""/>
        <dsp:cNvSpPr/>
      </dsp:nvSpPr>
      <dsp:spPr>
        <a:xfrm>
          <a:off x="2287400" y="4503999"/>
          <a:ext cx="4954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5425" y="45720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521962" y="4547089"/>
        <a:ext cx="26301" cy="5260"/>
      </dsp:txXfrm>
    </dsp:sp>
    <dsp:sp modelId="{63B3A7D4-C0C5-43CC-9BBB-CB50A8AB1E0B}">
      <dsp:nvSpPr>
        <dsp:cNvPr id="0" name=""/>
        <dsp:cNvSpPr/>
      </dsp:nvSpPr>
      <dsp:spPr>
        <a:xfrm>
          <a:off x="2135" y="3863600"/>
          <a:ext cx="2287065" cy="1372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68" tIns="117635" rIns="112068" bIns="11763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Safer drugs delivered faster.</a:t>
          </a:r>
        </a:p>
      </dsp:txBody>
      <dsp:txXfrm>
        <a:off x="2135" y="3863600"/>
        <a:ext cx="2287065" cy="1372239"/>
      </dsp:txXfrm>
    </dsp:sp>
    <dsp:sp modelId="{BF5AE69D-FA0C-4573-8690-F3B49E56FE86}">
      <dsp:nvSpPr>
        <dsp:cNvPr id="0" name=""/>
        <dsp:cNvSpPr/>
      </dsp:nvSpPr>
      <dsp:spPr>
        <a:xfrm>
          <a:off x="2815225" y="3863600"/>
          <a:ext cx="2287065" cy="137223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2068" tIns="117635" rIns="112068" bIns="117635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Reduced exposure to potentially harmful drugs in early trials.</a:t>
          </a:r>
        </a:p>
      </dsp:txBody>
      <dsp:txXfrm>
        <a:off x="2815225" y="3863600"/>
        <a:ext cx="2287065" cy="13722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A6A15-6E39-4FFA-B5DC-89EB633E6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371600"/>
            <a:ext cx="8127574" cy="2736443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69311-3201-45EC-B973-82EC27DA5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4299358"/>
            <a:ext cx="8127574" cy="1187042"/>
          </a:xfrm>
        </p:spPr>
        <p:txBody>
          <a:bodyPr>
            <a:normAutofit/>
          </a:bodyPr>
          <a:lstStyle>
            <a:lvl1pPr marL="0" indent="0" algn="l">
              <a:buNone/>
              <a:defRPr sz="1800" cap="all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AE4B9-EDEF-4A2C-B464-332C5C624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4C951-4861-4549-8E72-CEECA89E4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E1401-5637-41BC-AC21-891056450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455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3747-9ADB-4FCC-89CE-6E84D134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EC9C6-5D7D-4249-8820-D4C99D0AE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F35F7-46A1-40A9-ACD7-C49239926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45637-B780-4999-A87D-0039BC5A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9777F-E471-4CC5-B27B-137CB061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05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DCB1D-064E-46DE-B533-7CDA331EE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2748406"/>
            <a:ext cx="8115300" cy="273799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222C0-D002-4A94-BAFF-FD1A1CCA6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371600"/>
            <a:ext cx="8115300" cy="133327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E7D7E-EC9F-4AA5-A559-EF556C6A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7A8EE-88C1-400C-A23F-656DC76B9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45A4-F9C6-44E9-929F-78C657C8B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004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F34F-B65E-4FA0-87E8-8890F482B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9382348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25A67-10CA-4531-93E1-39892C087E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8297" y="2057400"/>
            <a:ext cx="4553103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2BE36-0CAF-4D92-9AC2-9249276B9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7000" y="2057400"/>
            <a:ext cx="4543647" cy="4125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36479-3B04-43BD-9B59-DBF6CA2BF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D4449-57DB-41D2-B49E-694E7C13F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CC2C-E50B-47D2-B62F-D5C4C9CDA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07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530B-D0F2-4FC4-A10F-1E54EF82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755118"/>
            <a:ext cx="9378304" cy="12227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8865C-9D06-4FA3-BA3D-7187BB41B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56570-8F97-4B7E-A805-96925AC47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8300" y="2748405"/>
            <a:ext cx="4529391" cy="3441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57EF54-F63F-4730-99EE-0E472578F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87213" y="2034147"/>
            <a:ext cx="4529391" cy="681591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2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8453E-B012-4889-9F49-E1351532A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87213" y="2748405"/>
            <a:ext cx="4529391" cy="34412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9FC47A-8514-4C98-B1BE-FF6CC666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4301A-D375-4163-9488-27A9CDC6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6105-4A37-4D4B-9BE8-715FB732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113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3007F-6649-4D23-8869-C1CC29D00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B85A1-41F9-4BC1-9C40-3E5D5C04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B23774-EAA9-47ED-87EF-EE2B29A2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526550-DD4D-45E2-8916-8314C5D06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506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5FACD-1A4D-49F3-8EA8-21B5C1A6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FD9DD-0E4E-4C36-AF85-B3EAD7FE6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6F4C8-14FA-4405-85EE-ABF53FB0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86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E7C28-5DEE-493D-ABAD-38E4F2D7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621" y="1085481"/>
            <a:ext cx="365118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E79C5-E567-4F12-96B8-8BBEAE3D8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6900" y="1132676"/>
            <a:ext cx="5289480" cy="4728374"/>
          </a:xfrm>
        </p:spPr>
        <p:txBody>
          <a:bodyPr/>
          <a:lstStyle>
            <a:lvl1pPr>
              <a:lnSpc>
                <a:spcPct val="110000"/>
              </a:lnSpc>
              <a:defRPr sz="3200"/>
            </a:lvl1pPr>
            <a:lvl2pPr>
              <a:lnSpc>
                <a:spcPct val="110000"/>
              </a:lnSpc>
              <a:defRPr sz="2800"/>
            </a:lvl2pPr>
            <a:lvl3pPr>
              <a:lnSpc>
                <a:spcPct val="110000"/>
              </a:lnSpc>
              <a:defRPr sz="2400"/>
            </a:lvl3pPr>
            <a:lvl4pPr>
              <a:lnSpc>
                <a:spcPct val="110000"/>
              </a:lnSpc>
              <a:defRPr sz="2000"/>
            </a:lvl4pPr>
            <a:lvl5pPr>
              <a:lnSpc>
                <a:spcPct val="11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3DF7F-0B5C-40CE-A65F-779FA7EFB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25621" y="2748406"/>
            <a:ext cx="365118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2248C-1826-4833-9592-383B5873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219DC-2646-42AD-897A-EB765DCBE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238D7-4EEA-475B-B1CA-C44B89BEA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33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D65BE-C907-4660-A586-71C6A1D10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85481"/>
            <a:ext cx="3657600" cy="1657719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4C8A9-67DF-419C-B2FC-3A879CCEF3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6900" y="1061885"/>
            <a:ext cx="5331069" cy="477556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DA94A1-3058-402A-9C3F-2F210D91D9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2748406"/>
            <a:ext cx="3657600" cy="3112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3CA50-C8D8-4F83-B2F6-BCE825866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E5BE3-7B02-4281-BD90-C1FAAF636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E256D-ACD5-438F-BA6F-605E5260E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563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D0E6-AD36-493C-9DC3-5ACC2059E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B8558-FA83-4F6C-A6D1-2DF9D3F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38299" y="2057399"/>
            <a:ext cx="8915401" cy="4114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DE619-0CC6-4480-ABDE-277D36BD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791E6-BE35-4ECA-8AD1-E8EC09B8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94606-B928-42D6-85CC-9576F60E3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390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F18D8A-5002-491C-922A-E9624E2DB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882C6-2BE9-4E25-B8BB-A2346A2B0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BEFF9-B3BC-4C07-BF6C-2E3C91B5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BCC-AD73-4203-A5A6-E62EB28B0FE6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F4CF6-CDF1-4AFD-8319-71FD4FED4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1A026-57F4-47F7-B4F0-E0D48E012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7F8FC-4B86-4690-8888-22AB2F781BE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583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1A689-589E-4A73-9313-EF44F7E4E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685800"/>
            <a:ext cx="8915402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B11B8-9E77-4144-B9C1-FD164D9A1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2057400"/>
            <a:ext cx="8915402" cy="413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6E4CC-CF79-4C8D-9E5F-1BB517435A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-1001475" y="1517536"/>
            <a:ext cx="28011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B6D41BCC-AD73-4203-A5A6-E62EB28B0FE6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79449-05F6-4BC7-95DF-F04E1F161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118764" y="4237870"/>
            <a:ext cx="33440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17FE5-2D1F-4ECC-9460-08145C3BB9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8877" y="6319138"/>
            <a:ext cx="7106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100" baseline="0">
                <a:solidFill>
                  <a:schemeClr val="tx1"/>
                </a:solidFill>
              </a:defRPr>
            </a:lvl1pPr>
          </a:lstStyle>
          <a:p>
            <a:fld id="{D637F8FC-4B86-4690-8888-22AB2F781BE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17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505F355-D9B7-492A-91C5-52AE9D9A6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hemical Compounds">
            <a:extLst>
              <a:ext uri="{FF2B5EF4-FFF2-40B4-BE49-F238E27FC236}">
                <a16:creationId xmlns:a16="http://schemas.microsoft.com/office/drawing/2014/main" id="{C22A4EA3-89EE-4276-03F7-1FEA04E4793F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end="1988"/>
                </p14:media>
              </p:ext>
            </p:extLst>
          </p:nvPr>
        </p:nvPicPr>
        <p:blipFill>
          <a:blip r:embed="rId4"/>
          <a:srcRect r="6250" b="6250"/>
          <a:stretch/>
        </p:blipFill>
        <p:spPr>
          <a:xfrm>
            <a:off x="20" y="61794"/>
            <a:ext cx="12191980" cy="6857990"/>
          </a:xfrm>
          <a:prstGeom prst="rect">
            <a:avLst/>
          </a:prstGeom>
          <a:ln>
            <a:solidFill>
              <a:srgbClr val="4472C4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6A717AF-6331-4B86-B31A-72F2A8682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8570" y="-568571"/>
            <a:ext cx="6858000" cy="799514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6000">
                <a:srgbClr val="000000">
                  <a:alpha val="40000"/>
                </a:srgbClr>
              </a:gs>
              <a:gs pos="100000">
                <a:srgbClr val="000000">
                  <a:alpha val="5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28436" y="1371600"/>
            <a:ext cx="6086764" cy="2736443"/>
          </a:xfrm>
          <a:prstGeom prst="round1Rect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AI in Predictive Toxicology: Enhancing Drug Safety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8436" y="4299358"/>
            <a:ext cx="6086764" cy="11870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Predicting Drug Toxicity Early in Drug Development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4F4EB669-EE7A-468E-A94E-4C78EDCF32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E936E0-E25F-C616-C4D1-03E8A3A72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978" y="685800"/>
            <a:ext cx="2962653" cy="2743200"/>
          </a:xfrm>
        </p:spPr>
        <p:txBody>
          <a:bodyPr anchor="t">
            <a:normAutofit/>
          </a:bodyPr>
          <a:lstStyle/>
          <a:p>
            <a:r>
              <a:rPr lang="en-US" sz="2400"/>
              <a:t>Group Members</a:t>
            </a:r>
          </a:p>
        </p:txBody>
      </p: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3ACD9A26-19D7-E638-DD00-275CA211CB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347046"/>
              </p:ext>
            </p:extLst>
          </p:nvPr>
        </p:nvGraphicFramePr>
        <p:xfrm>
          <a:off x="5104894" y="867220"/>
          <a:ext cx="6067741" cy="5099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7307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DABA077-5650-4194-91A9-0181927D3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4E7FFF-D33D-499B-85BF-6EBA5D5FB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B1402E7-5138-4B04-AA6B-9B61E652E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57400"/>
            <a:ext cx="11398728" cy="4800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D24EC6-9E12-5B52-D148-BBBE56DC3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186" y="460661"/>
            <a:ext cx="9040687" cy="1136072"/>
          </a:xfrm>
        </p:spPr>
        <p:txBody>
          <a:bodyPr>
            <a:normAutofit/>
          </a:bodyPr>
          <a:lstStyle/>
          <a:p>
            <a:r>
              <a:rPr lang="en-US"/>
              <a:t>Introduction  to Drug Toxicity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3ABAC-6832-0385-B051-26516131F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299" y="2748405"/>
            <a:ext cx="4045429" cy="34185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ea typeface="+mn-lt"/>
                <a:cs typeface="+mn-lt"/>
              </a:rPr>
              <a:t>Drug toxicity refers to harmful effects a drug can cause in the body.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Can lead to organ damage, severe side effects, or even death if not identified early.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 Diagram showing the effects of drug toxicity on organs like liver, kidneys, etc.</a:t>
            </a:r>
            <a:endParaRPr lang="en-US"/>
          </a:p>
          <a:p>
            <a:endParaRPr lang="en-US"/>
          </a:p>
        </p:txBody>
      </p:sp>
      <p:pic>
        <p:nvPicPr>
          <p:cNvPr id="4" name="Picture 3" descr="A diagram of a human body&#10;&#10;Description automatically generated">
            <a:extLst>
              <a:ext uri="{FF2B5EF4-FFF2-40B4-BE49-F238E27FC236}">
                <a16:creationId xmlns:a16="http://schemas.microsoft.com/office/drawing/2014/main" id="{09DA3C11-0DBC-4F21-C4BE-47DBBD5FF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925145"/>
            <a:ext cx="4107873" cy="306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095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40">
            <a:extLst>
              <a:ext uri="{FF2B5EF4-FFF2-40B4-BE49-F238E27FC236}">
                <a16:creationId xmlns:a16="http://schemas.microsoft.com/office/drawing/2014/main" id="{BD496F58-731B-4833-93F9-53192FC21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42">
            <a:extLst>
              <a:ext uri="{FF2B5EF4-FFF2-40B4-BE49-F238E27FC236}">
                <a16:creationId xmlns:a16="http://schemas.microsoft.com/office/drawing/2014/main" id="{195B3A3C-971D-4F24-9512-C9E4590CA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804" y="-5040"/>
            <a:ext cx="6477000" cy="20744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66436E-BF21-5CF7-B00D-F80CE571F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173" y="494639"/>
            <a:ext cx="4878727" cy="107512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/>
              <a:t>Understanding the drug Development industry and Toxicity Challenges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06BED556-31D5-C840-FA21-A181B8482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0530" y="685800"/>
            <a:ext cx="3768347" cy="550885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>
                <a:ea typeface="+mn-lt"/>
                <a:cs typeface="+mn-lt"/>
              </a:rPr>
              <a:t>Drug Development</a:t>
            </a:r>
            <a:r>
              <a:rPr lang="en-US" sz="1500">
                <a:ea typeface="+mn-lt"/>
                <a:cs typeface="+mn-lt"/>
              </a:rPr>
              <a:t>:</a:t>
            </a:r>
            <a:endParaRPr lang="en-US" sz="1500"/>
          </a:p>
          <a:p>
            <a:pPr>
              <a:lnSpc>
                <a:spcPct val="110000"/>
              </a:lnSpc>
            </a:pPr>
            <a:r>
              <a:rPr lang="en-US" sz="1500">
                <a:ea typeface="+mn-lt"/>
                <a:cs typeface="+mn-lt"/>
              </a:rPr>
              <a:t>The pharmaceutical industry is highly regulated and focuses on discovering, developing, and bringing new drugs to market.</a:t>
            </a:r>
          </a:p>
          <a:p>
            <a:pPr>
              <a:lnSpc>
                <a:spcPct val="110000"/>
              </a:lnSpc>
            </a:pPr>
            <a:r>
              <a:rPr lang="en-US" sz="1500">
                <a:ea typeface="+mn-lt"/>
                <a:cs typeface="+mn-lt"/>
              </a:rPr>
              <a:t>Long, costly process (10+ years, $1-2 billion).</a:t>
            </a:r>
            <a:endParaRPr lang="en-US" sz="15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>
                <a:ea typeface="+mn-lt"/>
                <a:cs typeface="+mn-lt"/>
              </a:rPr>
              <a:t>The Role of Toxicity Testing</a:t>
            </a:r>
            <a:r>
              <a:rPr lang="en-US" sz="1500">
                <a:ea typeface="+mn-lt"/>
                <a:cs typeface="+mn-lt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sz="1500">
                <a:ea typeface="+mn-lt"/>
                <a:cs typeface="+mn-lt"/>
              </a:rPr>
              <a:t>Toxicity testing is a critical step in ensuring the safety and efficacy of drugs.</a:t>
            </a:r>
            <a:endParaRPr lang="en-US" sz="1500"/>
          </a:p>
          <a:p>
            <a:pPr>
              <a:lnSpc>
                <a:spcPct val="110000"/>
              </a:lnSpc>
            </a:pPr>
            <a:r>
              <a:rPr lang="en-US" sz="1500">
                <a:ea typeface="+mn-lt"/>
                <a:cs typeface="+mn-lt"/>
              </a:rPr>
              <a:t>Drug toxicity refers to harmful side effects that can occur, potentially leading to severe health risks for patients.</a:t>
            </a:r>
            <a:endParaRPr lang="en-US" sz="1500"/>
          </a:p>
          <a:p>
            <a:pPr marL="0" indent="0">
              <a:lnSpc>
                <a:spcPct val="110000"/>
              </a:lnSpc>
              <a:buNone/>
            </a:pPr>
            <a:r>
              <a:rPr lang="en-US" sz="1500" b="1">
                <a:ea typeface="+mn-lt"/>
                <a:cs typeface="+mn-lt"/>
              </a:rPr>
              <a:t>Our Solution</a:t>
            </a:r>
            <a:r>
              <a:rPr lang="en-US" sz="1500">
                <a:ea typeface="+mn-lt"/>
                <a:cs typeface="+mn-lt"/>
              </a:rPr>
              <a:t>:</a:t>
            </a:r>
            <a:endParaRPr lang="en-US" sz="1500"/>
          </a:p>
          <a:p>
            <a:pPr>
              <a:lnSpc>
                <a:spcPct val="110000"/>
              </a:lnSpc>
            </a:pPr>
            <a:r>
              <a:rPr lang="en-US" sz="1500">
                <a:ea typeface="+mn-lt"/>
                <a:cs typeface="+mn-lt"/>
              </a:rPr>
              <a:t>Using AI to predict toxicity early, reducing failure rates.</a:t>
            </a:r>
            <a:endParaRPr lang="en-US" sz="1500"/>
          </a:p>
          <a:p>
            <a:pPr>
              <a:lnSpc>
                <a:spcPct val="110000"/>
              </a:lnSpc>
            </a:pPr>
            <a:endParaRPr lang="en-US" sz="1500"/>
          </a:p>
        </p:txBody>
      </p:sp>
      <p:pic>
        <p:nvPicPr>
          <p:cNvPr id="36" name="Picture 35" descr="A diagram of a test&#10;&#10;Description automatically generated">
            <a:extLst>
              <a:ext uri="{FF2B5EF4-FFF2-40B4-BE49-F238E27FC236}">
                <a16:creationId xmlns:a16="http://schemas.microsoft.com/office/drawing/2014/main" id="{3AAB230D-34C2-0BA3-5F13-88F8957FF5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0" t="-584" r="47" b="1520"/>
          <a:stretch/>
        </p:blipFill>
        <p:spPr>
          <a:xfrm>
            <a:off x="-609" y="1934717"/>
            <a:ext cx="6474772" cy="354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702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2DDD1-A189-DD74-B808-7E9C5AC9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170935"/>
            <a:ext cx="8915402" cy="1371600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The Problem: Drug Toxicity in Development</a:t>
            </a:r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81FDE963-4C02-9EC8-AE10-66427FADB0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5098886"/>
              </p:ext>
            </p:extLst>
          </p:nvPr>
        </p:nvGraphicFramePr>
        <p:xfrm>
          <a:off x="727553" y="1319316"/>
          <a:ext cx="10730607" cy="53029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3215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496F58-731B-4833-93F9-53192FC21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5B3A3C-971D-4F24-9512-C9E4590CA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804" y="-5040"/>
            <a:ext cx="7319004" cy="20624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D748B-825A-1A9D-E544-55212826B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5300" y="685800"/>
            <a:ext cx="3274280" cy="550885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1"/>
              <a:t>Opportunity:</a:t>
            </a:r>
            <a:endParaRPr lang="en-US"/>
          </a:p>
          <a:p>
            <a:pPr marL="0" indent="0">
              <a:buNone/>
            </a:pPr>
            <a:r>
              <a:rPr lang="en-US"/>
              <a:t>Using AI to Predict Toxicity Early in the drug development process, reducing late-stage failures and improving success rates.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Target Audience</a:t>
            </a:r>
            <a:r>
              <a:rPr lang="en-US">
                <a:ea typeface="+mn-lt"/>
                <a:cs typeface="+mn-lt"/>
              </a:rPr>
              <a:t>: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 Pharmaceutical researchers, drug developers, healthcare organizations.</a:t>
            </a:r>
            <a:endParaRPr lang="en-US"/>
          </a:p>
        </p:txBody>
      </p:sp>
      <p:pic>
        <p:nvPicPr>
          <p:cNvPr id="5" name="Picture 4" descr="Yellow-orange and white capsules">
            <a:extLst>
              <a:ext uri="{FF2B5EF4-FFF2-40B4-BE49-F238E27FC236}">
                <a16:creationId xmlns:a16="http://schemas.microsoft.com/office/drawing/2014/main" id="{F74AC5C7-0819-B33B-5EEE-5799C29DA0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" r="8" b="1461"/>
          <a:stretch/>
        </p:blipFill>
        <p:spPr>
          <a:xfrm>
            <a:off x="20" y="2057400"/>
            <a:ext cx="7312859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684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6F32E3C-89AF-44C3-84CD-7F43B8448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otal and Google Join Forces to Develop AI Solution">
            <a:extLst>
              <a:ext uri="{FF2B5EF4-FFF2-40B4-BE49-F238E27FC236}">
                <a16:creationId xmlns:a16="http://schemas.microsoft.com/office/drawing/2014/main" id="{A1D76176-E6AA-600A-0A6C-23EF6128F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20" r="-1" b="-1"/>
          <a:stretch/>
        </p:blipFill>
        <p:spPr>
          <a:xfrm>
            <a:off x="20" y="10"/>
            <a:ext cx="731286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0FEABFD-EE45-4EE1-B613-050A94A13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6600" y="1371600"/>
            <a:ext cx="4038600" cy="411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FF7FBB-07D4-455F-995B-60B11F886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5200" y="1371600"/>
            <a:ext cx="4876800" cy="4114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85BC7E-7CD6-7315-FF93-4BDEDFFCA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0608" y="2079860"/>
            <a:ext cx="2860276" cy="2743200"/>
          </a:xfrm>
        </p:spPr>
        <p:txBody>
          <a:bodyPr anchor="t">
            <a:normAutofit/>
          </a:bodyPr>
          <a:lstStyle/>
          <a:p>
            <a:r>
              <a:rPr lang="en-US">
                <a:ea typeface="+mj-lt"/>
                <a:cs typeface="+mj-lt"/>
              </a:rPr>
              <a:t>Why Our AI Solution Stands Out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056EA-6BC1-70BD-252F-5C2D3F747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6868" y="1513509"/>
            <a:ext cx="4705604" cy="397972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/>
              <a:t>Current Solutions:</a:t>
            </a:r>
            <a:endParaRPr lang="en-US" sz="1600"/>
          </a:p>
          <a:p>
            <a:pPr>
              <a:lnSpc>
                <a:spcPct val="110000"/>
              </a:lnSpc>
            </a:pPr>
            <a:r>
              <a:rPr lang="en-US" sz="1600"/>
              <a:t>Animal Testing: Expensive, time-consuming, and raises ethical concerns.</a:t>
            </a:r>
          </a:p>
          <a:p>
            <a:pPr>
              <a:lnSpc>
                <a:spcPct val="110000"/>
              </a:lnSpc>
            </a:pPr>
            <a:r>
              <a:rPr lang="en-US" sz="1600"/>
              <a:t>Chemical Assays: Limited accuracy, unable to predict complex toxicity.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600" b="1"/>
              <a:t>Our Solution:</a:t>
            </a:r>
          </a:p>
          <a:p>
            <a:pPr>
              <a:lnSpc>
                <a:spcPct val="110000"/>
              </a:lnSpc>
            </a:pPr>
            <a:r>
              <a:rPr lang="en-US" sz="1600"/>
              <a:t>AI-Driven Predictions: Faster and more accurate toxicity identification.</a:t>
            </a:r>
          </a:p>
          <a:p>
            <a:pPr>
              <a:lnSpc>
                <a:spcPct val="110000"/>
              </a:lnSpc>
            </a:pPr>
            <a:r>
              <a:rPr lang="en-US" sz="1600"/>
              <a:t>Cost-Effective: Reduces dependency on costly lab tests.</a:t>
            </a:r>
          </a:p>
          <a:p>
            <a:pPr>
              <a:lnSpc>
                <a:spcPct val="110000"/>
              </a:lnSpc>
            </a:pPr>
            <a:r>
              <a:rPr lang="en-US" sz="1600"/>
              <a:t>Ethical: Minimizes the need for animal testing.</a:t>
            </a:r>
          </a:p>
          <a:p>
            <a:pPr>
              <a:lnSpc>
                <a:spcPct val="110000"/>
              </a:lnSpc>
            </a:pP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221609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8478CBB-F375-4294-8B51-900922846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95D3A5B-8711-48A3-ABD6-39982B1748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4109483"/>
            <a:ext cx="11391900" cy="2062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52E917-85FA-5274-D956-4F89F5AFB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300" y="4412719"/>
            <a:ext cx="8915400" cy="8377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Why Choose Our Solution?</a:t>
            </a:r>
          </a:p>
        </p:txBody>
      </p:sp>
      <p:pic>
        <p:nvPicPr>
          <p:cNvPr id="7" name="Picture 6" descr="A white and black text on a white background&#10;&#10;Description automatically generated">
            <a:extLst>
              <a:ext uri="{FF2B5EF4-FFF2-40B4-BE49-F238E27FC236}">
                <a16:creationId xmlns:a16="http://schemas.microsoft.com/office/drawing/2014/main" id="{DB26D01C-2368-C76F-42D8-44434EAD4F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38" r="934"/>
          <a:stretch/>
        </p:blipFill>
        <p:spPr>
          <a:xfrm>
            <a:off x="800100" y="1"/>
            <a:ext cx="11387820" cy="4119308"/>
          </a:xfrm>
          <a:prstGeom prst="rect">
            <a:avLst/>
          </a:prstGeom>
        </p:spPr>
      </p:pic>
      <p:pic>
        <p:nvPicPr>
          <p:cNvPr id="8" name="Graphic 7" descr="Bar graph with upward trend with solid fill">
            <a:extLst>
              <a:ext uri="{FF2B5EF4-FFF2-40B4-BE49-F238E27FC236}">
                <a16:creationId xmlns:a16="http://schemas.microsoft.com/office/drawing/2014/main" id="{31A8C560-14B5-C253-0A8A-2D8A951F4F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30698" y="441830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39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0">
            <a:extLst>
              <a:ext uri="{FF2B5EF4-FFF2-40B4-BE49-F238E27FC236}">
                <a16:creationId xmlns:a16="http://schemas.microsoft.com/office/drawing/2014/main" id="{2CFB7124-993E-4CF3-A0CA-A32DF6CC4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2">
            <a:extLst>
              <a:ext uri="{FF2B5EF4-FFF2-40B4-BE49-F238E27FC236}">
                <a16:creationId xmlns:a16="http://schemas.microsoft.com/office/drawing/2014/main" id="{0694F4EA-6586-4537-8435-1C89CECA2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64152"/>
            <a:ext cx="4876800" cy="412969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EA3140-B0C4-A4B1-89C3-350636BE1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2057400"/>
            <a:ext cx="3695700" cy="15666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Data Gathering Plan</a:t>
            </a:r>
          </a:p>
        </p:txBody>
      </p:sp>
      <p:pic>
        <p:nvPicPr>
          <p:cNvPr id="26" name="Imagen 25" descr="Gráfico&#10;&#10;Descripción generada automáticamente">
            <a:extLst>
              <a:ext uri="{FF2B5EF4-FFF2-40B4-BE49-F238E27FC236}">
                <a16:creationId xmlns:a16="http://schemas.microsoft.com/office/drawing/2014/main" id="{C6EDE68B-D809-88D3-DF73-C122EDCF3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268" y="257817"/>
            <a:ext cx="7508856" cy="607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849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88087-96DB-8A03-2126-FA6464CEF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9" y="152400"/>
            <a:ext cx="8915402" cy="1371600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Wireframe</a:t>
            </a:r>
            <a:endParaRPr lang="es-ES" dirty="0">
              <a:ea typeface="+mj-lt"/>
              <a:cs typeface="+mj-lt"/>
            </a:endParaRPr>
          </a:p>
        </p:txBody>
      </p:sp>
      <p:pic>
        <p:nvPicPr>
          <p:cNvPr id="5" name="Marcador de contenido 4" descr="Imagen que contiene Calendario&#10;&#10;Descripción generada automáticamente">
            <a:extLst>
              <a:ext uri="{FF2B5EF4-FFF2-40B4-BE49-F238E27FC236}">
                <a16:creationId xmlns:a16="http://schemas.microsoft.com/office/drawing/2014/main" id="{79ECE436-9EED-C15A-C056-17A723B7B5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1344" y="1371944"/>
            <a:ext cx="9209313" cy="5257800"/>
          </a:xfrm>
        </p:spPr>
      </p:pic>
    </p:spTree>
    <p:extLst>
      <p:ext uri="{BB962C8B-B14F-4D97-AF65-F5344CB8AC3E}">
        <p14:creationId xmlns:p14="http://schemas.microsoft.com/office/powerpoint/2010/main" val="1005376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856D97-2F49-70C2-D4F9-25D043247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 sz="4000" err="1"/>
              <a:t>Merci</a:t>
            </a:r>
            <a:r>
              <a:rPr lang="es-ES" sz="4000" dirty="0"/>
              <a:t> </a:t>
            </a:r>
            <a:r>
              <a:rPr lang="es-ES" sz="4000" err="1"/>
              <a:t>beaucoup</a:t>
            </a:r>
            <a:endParaRPr lang="es-ES" sz="4000"/>
          </a:p>
        </p:txBody>
      </p:sp>
    </p:spTree>
    <p:extLst>
      <p:ext uri="{BB962C8B-B14F-4D97-AF65-F5344CB8AC3E}">
        <p14:creationId xmlns:p14="http://schemas.microsoft.com/office/powerpoint/2010/main" val="490079048"/>
      </p:ext>
    </p:extLst>
  </p:cSld>
  <p:clrMapOvr>
    <a:masterClrMapping/>
  </p:clrMapOvr>
</p:sld>
</file>

<file path=ppt/theme/theme1.xml><?xml version="1.0" encoding="utf-8"?>
<a:theme xmlns:a="http://schemas.openxmlformats.org/drawingml/2006/main" name="EncaseVTI">
  <a:themeElements>
    <a:clrScheme name="AnalogousFromRegularSeedRightStep">
      <a:dk1>
        <a:srgbClr val="000000"/>
      </a:dk1>
      <a:lt1>
        <a:srgbClr val="FFFFFF"/>
      </a:lt1>
      <a:dk2>
        <a:srgbClr val="1C2831"/>
      </a:dk2>
      <a:lt2>
        <a:srgbClr val="F3F0F1"/>
      </a:lt2>
      <a:accent1>
        <a:srgbClr val="2CB695"/>
      </a:accent1>
      <a:accent2>
        <a:srgbClr val="23ACC9"/>
      </a:accent2>
      <a:accent3>
        <a:srgbClr val="3578DB"/>
      </a:accent3>
      <a:accent4>
        <a:srgbClr val="403FD0"/>
      </a:accent4>
      <a:accent5>
        <a:srgbClr val="7C35DB"/>
      </a:accent5>
      <a:accent6>
        <a:srgbClr val="AF23C9"/>
      </a:accent6>
      <a:hlink>
        <a:srgbClr val="BF3F5E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caseVTI" id="{C293990F-FDB3-4ED3-8175-FB79CE5A2A12}" vid="{A5662C19-271F-459F-B4ED-861A982376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Panorámica</PresentationFormat>
  <Slides>11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EncaseVTI</vt:lpstr>
      <vt:lpstr>AI in Predictive Toxicology: Enhancing Drug Safety</vt:lpstr>
      <vt:lpstr>Group Members</vt:lpstr>
      <vt:lpstr>Introduction  to Drug Toxicity</vt:lpstr>
      <vt:lpstr>Understanding the drug Development industry and Toxicity Challenges</vt:lpstr>
      <vt:lpstr>The Problem: Drug Toxicity in Development</vt:lpstr>
      <vt:lpstr>Presentación de PowerPoint</vt:lpstr>
      <vt:lpstr>Why Our AI Solution Stands Out</vt:lpstr>
      <vt:lpstr>Why Choose Our Solution?</vt:lpstr>
      <vt:lpstr>Data Gathering Plan</vt:lpstr>
      <vt:lpstr>Wireframe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37</cp:revision>
  <dcterms:created xsi:type="dcterms:W3CDTF">2024-10-31T15:33:02Z</dcterms:created>
  <dcterms:modified xsi:type="dcterms:W3CDTF">2024-11-01T12:25:16Z</dcterms:modified>
</cp:coreProperties>
</file>